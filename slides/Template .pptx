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86575" cy="100171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2984183" cy="502596"/>
          </a:xfrm>
          <a:prstGeom prst="rect">
            <a:avLst/>
          </a:prstGeom>
          <a:noFill/>
          <a:ln>
            <a:noFill/>
          </a:ln>
        </p:spPr>
        <p:txBody>
          <a:bodyPr anchorCtr="0" anchor="t" bIns="48275" lIns="96575" spcFirstLastPara="1" rIns="96575" wrap="square" tIns="48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00799" y="0"/>
            <a:ext cx="2984183" cy="502596"/>
          </a:xfrm>
          <a:prstGeom prst="rect">
            <a:avLst/>
          </a:prstGeom>
          <a:noFill/>
          <a:ln>
            <a:noFill/>
          </a:ln>
        </p:spPr>
        <p:txBody>
          <a:bodyPr anchorCtr="0" anchor="t" bIns="48275" lIns="96575" spcFirstLastPara="1" rIns="96575" wrap="square" tIns="48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9738" y="1252538"/>
            <a:ext cx="6007100" cy="3379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  <a:noFill/>
          <a:ln>
            <a:noFill/>
          </a:ln>
        </p:spPr>
        <p:txBody>
          <a:bodyPr anchorCtr="0" anchor="t" bIns="48275" lIns="96575" spcFirstLastPara="1" rIns="96575" wrap="square" tIns="482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514531"/>
            <a:ext cx="2984183" cy="502595"/>
          </a:xfrm>
          <a:prstGeom prst="rect">
            <a:avLst/>
          </a:prstGeom>
          <a:noFill/>
          <a:ln>
            <a:noFill/>
          </a:ln>
        </p:spPr>
        <p:txBody>
          <a:bodyPr anchorCtr="0" anchor="b" bIns="48275" lIns="96575" spcFirstLastPara="1" rIns="96575" wrap="square" tIns="48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  <a:noFill/>
          <a:ln>
            <a:noFill/>
          </a:ln>
        </p:spPr>
        <p:txBody>
          <a:bodyPr anchorCtr="0" anchor="b" bIns="48275" lIns="96575" spcFirstLastPara="1" rIns="96575" wrap="square" tIns="4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anchorCtr="0" anchor="t" bIns="48275" lIns="96575" spcFirstLastPara="1" rIns="96575" wrap="square" tIns="4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439738" y="1252538"/>
            <a:ext cx="6007100" cy="3379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anchorCtr="0" anchor="t" bIns="48275" lIns="96575" spcFirstLastPara="1" rIns="96575" wrap="square" tIns="4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439738" y="1252538"/>
            <a:ext cx="6007100" cy="3379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anchorCtr="0" anchor="t" bIns="48275" lIns="96575" spcFirstLastPara="1" rIns="96575" wrap="square" tIns="4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439738" y="1252538"/>
            <a:ext cx="6007100" cy="3379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anchorCtr="0" anchor="t" bIns="48275" lIns="96575" spcFirstLastPara="1" rIns="96575" wrap="square" tIns="4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/>
          <p:nvPr>
            <p:ph idx="2" type="sldImg"/>
          </p:nvPr>
        </p:nvSpPr>
        <p:spPr>
          <a:xfrm>
            <a:off x="439738" y="1252538"/>
            <a:ext cx="6007100" cy="3379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anchorCtr="0" anchor="t" bIns="48275" lIns="96575" spcFirstLastPara="1" rIns="96575" wrap="square" tIns="4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439738" y="1252538"/>
            <a:ext cx="6007100" cy="3379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紙">
  <p:cSld name="表紙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2859350" y="2531006"/>
            <a:ext cx="62611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3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859350" y="4148523"/>
            <a:ext cx="62611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859350" y="4549631"/>
            <a:ext cx="62611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03485" y="739467"/>
            <a:ext cx="2644221" cy="128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目次">
  <p:cSld name="目次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14388" y="1052513"/>
            <a:ext cx="10563226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0" wrap="square" tIns="36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3086101" y="2346985"/>
            <a:ext cx="6019799" cy="390781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628649" y="6274800"/>
            <a:ext cx="10933200" cy="1639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00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600"/>
              <a:buFont typeface="Arial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600"/>
              <a:buFont typeface="Arial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Font typeface="Arial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Font typeface="Arial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58575" y="6458797"/>
            <a:ext cx="90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28650" y="6472225"/>
            <a:ext cx="13821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JMDC Inc.</a:t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11406188" y="6472527"/>
            <a:ext cx="455695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00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3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orient="horz" pos="14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中見出し">
  <p:cSld name="中見出し">
    <p:bg>
      <p:bgPr>
        <a:solidFill>
          <a:schemeClr val="accent4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575999" y="2371836"/>
            <a:ext cx="11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3C57A"/>
              </a:buClr>
              <a:buSzPts val="5000"/>
              <a:buNone/>
              <a:defRPr b="1" sz="5000">
                <a:solidFill>
                  <a:srgbClr val="53C57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575999" y="3429000"/>
            <a:ext cx="110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  <a:defRPr b="1" sz="32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58575" y="6458797"/>
            <a:ext cx="90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628650" y="6472225"/>
            <a:ext cx="11205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JMDC Inc.</a:t>
            </a:r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11406188" y="6472527"/>
            <a:ext cx="455695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00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コンテンツ">
  <p:cSld name="コンテンツ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14390" y="188913"/>
            <a:ext cx="10563223" cy="620908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36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14388" y="1914824"/>
            <a:ext cx="10563225" cy="4351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2D2D2D"/>
              </a:buClr>
              <a:buSzPts val="1600"/>
              <a:buNone/>
              <a:defRPr sz="16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2D2D2D"/>
              </a:buClr>
              <a:buSzPts val="1600"/>
              <a:buChar char="•"/>
              <a:defRPr sz="16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2D2D2D"/>
              </a:buClr>
              <a:buSzPts val="1600"/>
              <a:buFont typeface="Arial"/>
              <a:buChar char="•"/>
              <a:defRPr sz="16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814389" y="791106"/>
            <a:ext cx="10563224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b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1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accen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/>
          <p:nvPr>
            <p:ph idx="3" type="body"/>
          </p:nvPr>
        </p:nvSpPr>
        <p:spPr>
          <a:xfrm>
            <a:off x="628649" y="6274800"/>
            <a:ext cx="10933200" cy="1639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00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600"/>
              <a:buFont typeface="Arial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600"/>
              <a:buFont typeface="Arial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Font typeface="Arial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Font typeface="Arial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58575" y="6458797"/>
            <a:ext cx="90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/>
        </p:nvSpPr>
        <p:spPr>
          <a:xfrm>
            <a:off x="628650" y="6472225"/>
            <a:ext cx="13959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JMDC Inc.</a:t>
            </a:r>
            <a:endParaRPr/>
          </a:p>
        </p:txBody>
      </p:sp>
      <p:sp>
        <p:nvSpPr>
          <p:cNvPr id="39" name="Google Shape;39;p5"/>
          <p:cNvSpPr txBox="1"/>
          <p:nvPr/>
        </p:nvSpPr>
        <p:spPr>
          <a:xfrm>
            <a:off x="11406188" y="6472527"/>
            <a:ext cx="455695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00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pos="7167">
          <p15:clr>
            <a:srgbClr val="FBAE40"/>
          </p15:clr>
        </p15:guide>
        <p15:guide id="3" pos="513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裏表紙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56000" y="2885000"/>
            <a:ext cx="2880000" cy="10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  <a:noFill/>
          <a:ln>
            <a:noFill/>
          </a:ln>
        </p:spPr>
        <p:txBody>
          <a:bodyPr anchorCtr="0" anchor="b" bIns="36000" lIns="91425" spcFirstLastPara="1" rIns="91425" wrap="square" tIns="36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ctrTitle"/>
          </p:nvPr>
        </p:nvSpPr>
        <p:spPr>
          <a:xfrm>
            <a:off x="2859350" y="2531006"/>
            <a:ext cx="62611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91425" spcFirstLastPara="1" rIns="91425" wrap="square" tIns="36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タイトル (32pt, 上揃え, Bold) </a:t>
            </a:r>
            <a:endParaRPr/>
          </a:p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59350" y="4148523"/>
            <a:ext cx="62611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会社名・部署名 (18pt, 上下中央揃え, Non-bold)</a:t>
            </a:r>
            <a:endParaRPr/>
          </a:p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2859350" y="4549631"/>
            <a:ext cx="62611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202x年xx月xx日 (14pt, 上下中央揃え, Non-bold)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14388" y="1052513"/>
            <a:ext cx="10563226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タイトル (20pt, 上下中央揃え, Bold)</a:t>
            </a:r>
            <a:endParaRPr/>
          </a:p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3086101" y="2346985"/>
            <a:ext cx="6019799" cy="390781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-200025" lvl="0" marL="200025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/>
              <a:t>項目内容入力 (16pt, 上中央揃え, Non-bold)</a:t>
            </a:r>
            <a:endParaRPr/>
          </a:p>
          <a:p>
            <a:pPr indent="-200025" lvl="0" marL="200025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/>
              <a:t>項目内容入力</a:t>
            </a:r>
            <a:endParaRPr/>
          </a:p>
          <a:p>
            <a:pPr indent="-201599" lvl="1" marL="452438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/>
              <a:t>項目内容入力</a:t>
            </a:r>
            <a:endParaRPr/>
          </a:p>
          <a:p>
            <a:pPr indent="-201599" lvl="1" marL="452438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/>
              <a:t>項目内容入力</a:t>
            </a:r>
            <a:endParaRPr/>
          </a:p>
          <a:p>
            <a:pPr indent="-200025" lvl="0" marL="200025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/>
              <a:t>項目内容入力</a:t>
            </a:r>
            <a:endParaRPr/>
          </a:p>
          <a:p>
            <a:pPr indent="-98425" lvl="0" marL="200025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628649" y="6274800"/>
            <a:ext cx="10933200" cy="1639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575999" y="2371836"/>
            <a:ext cx="11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C57A"/>
              </a:buClr>
              <a:buSzPts val="5000"/>
              <a:buNone/>
            </a:pPr>
            <a:r>
              <a:rPr lang="en-US"/>
              <a:t>Section (50pt, 下揃え, Bold)</a:t>
            </a:r>
            <a:endParaRPr/>
          </a:p>
        </p:txBody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575999" y="3429000"/>
            <a:ext cx="110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lang="en-US"/>
              <a:t>タイトル (32pt, 上揃え, Bold)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14390" y="188913"/>
            <a:ext cx="10563223" cy="620908"/>
          </a:xfrm>
          <a:prstGeom prst="rect">
            <a:avLst/>
          </a:prstGeom>
          <a:noFill/>
          <a:ln>
            <a:noFill/>
          </a:ln>
        </p:spPr>
        <p:txBody>
          <a:bodyPr anchorCtr="0" anchor="b" bIns="72000" lIns="0" spcFirstLastPara="1" rIns="0" wrap="square" tIns="36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/>
              <a:t>タイトル (20pt, Bold)</a:t>
            </a:r>
            <a:endParaRPr/>
          </a:p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814388" y="1914824"/>
            <a:ext cx="10563225" cy="4351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600"/>
              <a:buNone/>
            </a:pPr>
            <a:r>
              <a:rPr lang="en-US"/>
              <a:t>本文 (16pt, Non-bold)</a:t>
            </a:r>
            <a:endParaRPr/>
          </a:p>
          <a:p>
            <a:pPr indent="-157163" lvl="1" marL="388938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2D2D2D"/>
              </a:buClr>
              <a:buSzPts val="1600"/>
              <a:buChar char="•"/>
            </a:pPr>
            <a:r>
              <a:rPr lang="en-US"/>
              <a:t>第2レベル</a:t>
            </a:r>
            <a:endParaRPr/>
          </a:p>
          <a:p>
            <a:pPr indent="-182562" lvl="2" marL="81915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2D2D2D"/>
              </a:buClr>
              <a:buSzPts val="1600"/>
              <a:buChar char="•"/>
            </a:pPr>
            <a:r>
              <a:rPr lang="en-US"/>
              <a:t>第3レベル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2D2D2D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814389" y="791106"/>
            <a:ext cx="10563224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</a:pPr>
            <a:r>
              <a:rPr lang="en-US"/>
              <a:t>メッセージ (16pt, Non-bold)</a:t>
            </a:r>
            <a:endParaRPr/>
          </a:p>
          <a:p>
            <a:pPr indent="-157163" lvl="1" marL="388938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lang="en-US"/>
              <a:t>第2レベル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69" name="Google Shape;69;p10"/>
          <p:cNvSpPr txBox="1"/>
          <p:nvPr>
            <p:ph idx="3" type="body"/>
          </p:nvPr>
        </p:nvSpPr>
        <p:spPr>
          <a:xfrm>
            <a:off x="628649" y="6274800"/>
            <a:ext cx="10933200" cy="1639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rPr lang="en-US"/>
              <a:t>Note:  xxxxxxxxxxxxxxxxxxx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rPr lang="en-US"/>
              <a:t>Source:  xxxxxxxx, xxxxxxxxxxx, xxxxxxxxx and xxxxxxxxxxxxxxx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