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19"/>
  </p:notesMasterIdLst>
  <p:handoutMasterIdLst>
    <p:handoutMasterId r:id="rId20"/>
  </p:handoutMasterIdLst>
  <p:sldIdLst>
    <p:sldId id="3380" r:id="rId2"/>
    <p:sldId id="3069" r:id="rId3"/>
    <p:sldId id="3371" r:id="rId4"/>
    <p:sldId id="3077" r:id="rId5"/>
    <p:sldId id="3375" r:id="rId6"/>
    <p:sldId id="3372" r:id="rId7"/>
    <p:sldId id="3080" r:id="rId8"/>
    <p:sldId id="3376" r:id="rId9"/>
    <p:sldId id="3083" r:id="rId10"/>
    <p:sldId id="3373" r:id="rId11"/>
    <p:sldId id="3377" r:id="rId12"/>
    <p:sldId id="3374" r:id="rId13"/>
    <p:sldId id="339" r:id="rId14"/>
    <p:sldId id="342" r:id="rId15"/>
    <p:sldId id="3378" r:id="rId16"/>
    <p:sldId id="3379" r:id="rId17"/>
    <p:sldId id="3066" r:id="rId18"/>
  </p:sldIdLst>
  <p:sldSz cx="12192000" cy="6858000"/>
  <p:notesSz cx="6886575" cy="10017125"/>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成者"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900CC"/>
    <a:srgbClr val="FFD9B3"/>
    <a:srgbClr val="FFCC99"/>
    <a:srgbClr val="FFFFCC"/>
    <a:srgbClr val="CAD7EE"/>
    <a:srgbClr val="2D2D2D"/>
    <a:srgbClr val="E576A3"/>
    <a:srgbClr val="E983A0"/>
    <a:srgbClr val="EC98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42" autoAdjust="0"/>
    <p:restoredTop sz="94706" autoAdjust="0"/>
  </p:normalViewPr>
  <p:slideViewPr>
    <p:cSldViewPr snapToGrid="0">
      <p:cViewPr varScale="1">
        <p:scale>
          <a:sx n="101" d="100"/>
          <a:sy n="101" d="100"/>
        </p:scale>
        <p:origin x="1116" y="102"/>
      </p:cViewPr>
      <p:guideLst>
        <p:guide orient="horz" pos="2160"/>
        <p:guide pos="3840"/>
      </p:guideLst>
    </p:cSldViewPr>
  </p:slideViewPr>
  <p:outlineViewPr>
    <p:cViewPr>
      <p:scale>
        <a:sx n="33" d="100"/>
        <a:sy n="33" d="100"/>
      </p:scale>
      <p:origin x="0" y="-38148"/>
    </p:cViewPr>
  </p:outlineViewPr>
  <p:notesTextViewPr>
    <p:cViewPr>
      <p:scale>
        <a:sx n="3" d="2"/>
        <a:sy n="3" d="2"/>
      </p:scale>
      <p:origin x="0" y="0"/>
    </p:cViewPr>
  </p:notesTextViewPr>
  <p:sorterViewPr>
    <p:cViewPr varScale="1">
      <p:scale>
        <a:sx n="1" d="1"/>
        <a:sy n="1" d="1"/>
      </p:scale>
      <p:origin x="0" y="0"/>
    </p:cViewPr>
  </p:sorterViewPr>
  <p:notesViewPr>
    <p:cSldViewPr snapToGrid="0">
      <p:cViewPr varScale="1">
        <p:scale>
          <a:sx n="77" d="100"/>
          <a:sy n="77" d="100"/>
        </p:scale>
        <p:origin x="3126"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C8999BB-D453-4C97-A902-708865AE21A4}"/>
              </a:ext>
            </a:extLst>
          </p:cNvPr>
          <p:cNvSpPr>
            <a:spLocks noGrp="1"/>
          </p:cNvSpPr>
          <p:nvPr>
            <p:ph type="hdr" sz="quarter"/>
          </p:nvPr>
        </p:nvSpPr>
        <p:spPr>
          <a:xfrm>
            <a:off x="1" y="1"/>
            <a:ext cx="2983968" cy="502376"/>
          </a:xfrm>
          <a:prstGeom prst="rect">
            <a:avLst/>
          </a:prstGeom>
        </p:spPr>
        <p:txBody>
          <a:bodyPr vert="horz" lIns="92290" tIns="46145" rIns="92290" bIns="46145"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9FBB51D3-1CD9-464B-A995-60015A1D41A8}"/>
              </a:ext>
            </a:extLst>
          </p:cNvPr>
          <p:cNvSpPr>
            <a:spLocks noGrp="1"/>
          </p:cNvSpPr>
          <p:nvPr>
            <p:ph type="dt" sz="quarter" idx="1"/>
          </p:nvPr>
        </p:nvSpPr>
        <p:spPr>
          <a:xfrm>
            <a:off x="3901002" y="1"/>
            <a:ext cx="2983968" cy="502376"/>
          </a:xfrm>
          <a:prstGeom prst="rect">
            <a:avLst/>
          </a:prstGeom>
        </p:spPr>
        <p:txBody>
          <a:bodyPr vert="horz" lIns="92290" tIns="46145" rIns="92290" bIns="46145" rtlCol="0"/>
          <a:lstStyle>
            <a:lvl1pPr algn="r">
              <a:defRPr sz="1200"/>
            </a:lvl1pPr>
          </a:lstStyle>
          <a:p>
            <a:fld id="{1DA409E0-CCF6-460B-B0F1-2953F860014A}" type="datetimeFigureOut">
              <a:rPr kumimoji="1" lang="ja-JP" altLang="en-US" smtClean="0"/>
              <a:t>2025/8/6</a:t>
            </a:fld>
            <a:endParaRPr kumimoji="1" lang="ja-JP" altLang="en-US"/>
          </a:p>
        </p:txBody>
      </p:sp>
      <p:sp>
        <p:nvSpPr>
          <p:cNvPr id="4" name="フッター プレースホルダー 3">
            <a:extLst>
              <a:ext uri="{FF2B5EF4-FFF2-40B4-BE49-F238E27FC236}">
                <a16:creationId xmlns:a16="http://schemas.microsoft.com/office/drawing/2014/main" id="{444170BC-37CA-456B-B099-8D385210A30F}"/>
              </a:ext>
            </a:extLst>
          </p:cNvPr>
          <p:cNvSpPr>
            <a:spLocks noGrp="1"/>
          </p:cNvSpPr>
          <p:nvPr>
            <p:ph type="ftr" sz="quarter" idx="2"/>
          </p:nvPr>
        </p:nvSpPr>
        <p:spPr>
          <a:xfrm>
            <a:off x="1" y="9514749"/>
            <a:ext cx="2983968" cy="502376"/>
          </a:xfrm>
          <a:prstGeom prst="rect">
            <a:avLst/>
          </a:prstGeom>
        </p:spPr>
        <p:txBody>
          <a:bodyPr vert="horz" lIns="92290" tIns="46145" rIns="92290" bIns="46145"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C09164FB-BF64-44CC-A294-18BCB5B82FEA}"/>
              </a:ext>
            </a:extLst>
          </p:cNvPr>
          <p:cNvSpPr>
            <a:spLocks noGrp="1"/>
          </p:cNvSpPr>
          <p:nvPr>
            <p:ph type="sldNum" sz="quarter" idx="3"/>
          </p:nvPr>
        </p:nvSpPr>
        <p:spPr>
          <a:xfrm>
            <a:off x="3901002" y="9514749"/>
            <a:ext cx="2983968" cy="502376"/>
          </a:xfrm>
          <a:prstGeom prst="rect">
            <a:avLst/>
          </a:prstGeom>
        </p:spPr>
        <p:txBody>
          <a:bodyPr vert="horz" lIns="92290" tIns="46145" rIns="92290" bIns="46145" rtlCol="0" anchor="b"/>
          <a:lstStyle>
            <a:lvl1pPr algn="r">
              <a:defRPr sz="1200"/>
            </a:lvl1pPr>
          </a:lstStyle>
          <a:p>
            <a:fld id="{990D37E6-1BA4-4302-B17A-288AB4B27994}" type="slidenum">
              <a:rPr kumimoji="1" lang="ja-JP" altLang="en-US" smtClean="0"/>
              <a:t>‹#›</a:t>
            </a:fld>
            <a:endParaRPr kumimoji="1" lang="ja-JP" altLang="en-US"/>
          </a:p>
        </p:txBody>
      </p:sp>
    </p:spTree>
    <p:extLst>
      <p:ext uri="{BB962C8B-B14F-4D97-AF65-F5344CB8AC3E}">
        <p14:creationId xmlns:p14="http://schemas.microsoft.com/office/powerpoint/2010/main" val="2313471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84183" cy="502596"/>
          </a:xfrm>
          <a:prstGeom prst="rect">
            <a:avLst/>
          </a:prstGeom>
        </p:spPr>
        <p:txBody>
          <a:bodyPr vert="horz" lIns="96578" tIns="48289" rIns="96578" bIns="48289" rtlCol="0"/>
          <a:lstStyle>
            <a:lvl1pPr algn="l">
              <a:defRPr sz="1300"/>
            </a:lvl1pPr>
          </a:lstStyle>
          <a:p>
            <a:endParaRPr kumimoji="1" lang="ja-JP" altLang="en-US"/>
          </a:p>
        </p:txBody>
      </p:sp>
      <p:sp>
        <p:nvSpPr>
          <p:cNvPr id="3" name="日付プレースホルダー 2"/>
          <p:cNvSpPr>
            <a:spLocks noGrp="1"/>
          </p:cNvSpPr>
          <p:nvPr>
            <p:ph type="dt" idx="1"/>
          </p:nvPr>
        </p:nvSpPr>
        <p:spPr>
          <a:xfrm>
            <a:off x="3900799" y="0"/>
            <a:ext cx="2984183" cy="502596"/>
          </a:xfrm>
          <a:prstGeom prst="rect">
            <a:avLst/>
          </a:prstGeom>
        </p:spPr>
        <p:txBody>
          <a:bodyPr vert="horz" lIns="96578" tIns="48289" rIns="96578" bIns="48289" rtlCol="0"/>
          <a:lstStyle>
            <a:lvl1pPr algn="r">
              <a:defRPr sz="1300"/>
            </a:lvl1pPr>
          </a:lstStyle>
          <a:p>
            <a:fld id="{8FAA7CA5-D2BB-450E-A260-D483A94AF1AB}" type="datetimeFigureOut">
              <a:rPr kumimoji="1" lang="ja-JP" altLang="en-US" smtClean="0"/>
              <a:t>2025/8/6</a:t>
            </a:fld>
            <a:endParaRPr kumimoji="1" lang="ja-JP" altLang="en-US"/>
          </a:p>
        </p:txBody>
      </p:sp>
      <p:sp>
        <p:nvSpPr>
          <p:cNvPr id="4" name="スライド イメージ プレースホルダー 3"/>
          <p:cNvSpPr>
            <a:spLocks noGrp="1" noRot="1" noChangeAspect="1"/>
          </p:cNvSpPr>
          <p:nvPr>
            <p:ph type="sldImg" idx="2"/>
          </p:nvPr>
        </p:nvSpPr>
        <p:spPr>
          <a:xfrm>
            <a:off x="439738" y="1252538"/>
            <a:ext cx="6007100" cy="3379787"/>
          </a:xfrm>
          <a:prstGeom prst="rect">
            <a:avLst/>
          </a:prstGeom>
          <a:noFill/>
          <a:ln w="12700">
            <a:solidFill>
              <a:prstClr val="black"/>
            </a:solidFill>
          </a:ln>
        </p:spPr>
        <p:txBody>
          <a:bodyPr vert="horz" lIns="96578" tIns="48289" rIns="96578" bIns="48289" rtlCol="0" anchor="ctr"/>
          <a:lstStyle/>
          <a:p>
            <a:endParaRPr lang="ja-JP" altLang="en-US"/>
          </a:p>
        </p:txBody>
      </p:sp>
      <p:sp>
        <p:nvSpPr>
          <p:cNvPr id="5" name="ノート プレースホルダー 4"/>
          <p:cNvSpPr>
            <a:spLocks noGrp="1"/>
          </p:cNvSpPr>
          <p:nvPr>
            <p:ph type="body" sz="quarter" idx="3"/>
          </p:nvPr>
        </p:nvSpPr>
        <p:spPr>
          <a:xfrm>
            <a:off x="688658" y="4820742"/>
            <a:ext cx="5509260" cy="3944243"/>
          </a:xfrm>
          <a:prstGeom prst="rect">
            <a:avLst/>
          </a:prstGeom>
        </p:spPr>
        <p:txBody>
          <a:bodyPr vert="horz" lIns="96578" tIns="48289" rIns="96578" bIns="4828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514531"/>
            <a:ext cx="2984183" cy="502595"/>
          </a:xfrm>
          <a:prstGeom prst="rect">
            <a:avLst/>
          </a:prstGeom>
        </p:spPr>
        <p:txBody>
          <a:bodyPr vert="horz" lIns="96578" tIns="48289" rIns="96578" bIns="48289"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3900799" y="9514531"/>
            <a:ext cx="2984183" cy="502595"/>
          </a:xfrm>
          <a:prstGeom prst="rect">
            <a:avLst/>
          </a:prstGeom>
        </p:spPr>
        <p:txBody>
          <a:bodyPr vert="horz" lIns="96578" tIns="48289" rIns="96578" bIns="48289" rtlCol="0" anchor="b"/>
          <a:lstStyle>
            <a:lvl1pPr algn="r">
              <a:defRPr sz="1300"/>
            </a:lvl1pPr>
          </a:lstStyle>
          <a:p>
            <a:fld id="{91C0D6BC-FAAE-44FB-A5E4-13028E108FB5}" type="slidenum">
              <a:rPr kumimoji="1" lang="ja-JP" altLang="en-US" smtClean="0"/>
              <a:t>‹#›</a:t>
            </a:fld>
            <a:endParaRPr kumimoji="1" lang="ja-JP" altLang="en-US"/>
          </a:p>
        </p:txBody>
      </p:sp>
    </p:spTree>
    <p:extLst>
      <p:ext uri="{BB962C8B-B14F-4D97-AF65-F5344CB8AC3E}">
        <p14:creationId xmlns:p14="http://schemas.microsoft.com/office/powerpoint/2010/main" val="11084718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表紙">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4CB2F681-2736-44E1-A654-D251ACDC32FE}"/>
              </a:ext>
            </a:extLst>
          </p:cNvPr>
          <p:cNvGraphicFramePr>
            <a:graphicFrameLocks noChangeAspect="1"/>
          </p:cNvGraphicFramePr>
          <p:nvPr userDrawn="1">
            <p:custDataLst>
              <p:tags r:id="rId1"/>
            </p:custDataLst>
            <p:extLst>
              <p:ext uri="{D42A27DB-BD31-4B8C-83A1-F6EECF244321}">
                <p14:modId xmlns:p14="http://schemas.microsoft.com/office/powerpoint/2010/main" val="12343294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8" name="オブジェクト 7" hidden="1">
                        <a:extLst>
                          <a:ext uri="{FF2B5EF4-FFF2-40B4-BE49-F238E27FC236}">
                            <a16:creationId xmlns:a16="http://schemas.microsoft.com/office/drawing/2014/main" id="{4CB2F681-2736-44E1-A654-D251ACDC32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2859350" y="2531006"/>
            <a:ext cx="6261100" cy="1047600"/>
          </a:xfrm>
        </p:spPr>
        <p:txBody>
          <a:bodyPr vert="horz" wrap="none" anchor="t" anchorCtr="0"/>
          <a:lstStyle>
            <a:lvl1pPr algn="ctr">
              <a:lnSpc>
                <a:spcPct val="100000"/>
              </a:lnSpc>
              <a:defRPr sz="3200" b="1">
                <a:solidFill>
                  <a:schemeClr val="tx1"/>
                </a:solidFill>
                <a:latin typeface="+mj-lt"/>
                <a:ea typeface="+mj-ea"/>
              </a:defRPr>
            </a:lvl1pPr>
          </a:lstStyle>
          <a:p>
            <a:r>
              <a:rPr lang="ja-JP" altLang="en-US" dirty="0"/>
              <a:t>マスター タイトルの書式設定</a:t>
            </a:r>
            <a:endParaRPr lang="en-US" dirty="0"/>
          </a:p>
        </p:txBody>
      </p:sp>
      <p:sp>
        <p:nvSpPr>
          <p:cNvPr id="3" name="Subtitle 2"/>
          <p:cNvSpPr>
            <a:spLocks noGrp="1"/>
          </p:cNvSpPr>
          <p:nvPr>
            <p:ph type="subTitle" idx="1"/>
          </p:nvPr>
        </p:nvSpPr>
        <p:spPr>
          <a:xfrm>
            <a:off x="2859350" y="4079468"/>
            <a:ext cx="6261100" cy="371882"/>
          </a:xfrm>
        </p:spPr>
        <p:txBody>
          <a:bodyPr anchor="t"/>
          <a:lstStyle>
            <a:lvl1pPr marL="0" indent="0" algn="ctr">
              <a:lnSpc>
                <a:spcPct val="110000"/>
              </a:lnSpc>
              <a:spcBef>
                <a:spcPts val="0"/>
              </a:spcBef>
              <a:buNone/>
              <a:defRPr sz="1800">
                <a:solidFill>
                  <a:schemeClr val="tx1"/>
                </a:solidFill>
                <a:latin typeface="+mn-lt"/>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11" name="テキスト プレースホルダー 10">
            <a:extLst>
              <a:ext uri="{FF2B5EF4-FFF2-40B4-BE49-F238E27FC236}">
                <a16:creationId xmlns:a16="http://schemas.microsoft.com/office/drawing/2014/main" id="{6C2B4702-F4DE-4CB4-AFC0-65CDB1B18CE8}"/>
              </a:ext>
            </a:extLst>
          </p:cNvPr>
          <p:cNvSpPr>
            <a:spLocks noGrp="1"/>
          </p:cNvSpPr>
          <p:nvPr>
            <p:ph type="body" sz="quarter" idx="13"/>
          </p:nvPr>
        </p:nvSpPr>
        <p:spPr>
          <a:xfrm>
            <a:off x="2859350" y="4852540"/>
            <a:ext cx="6261100" cy="248400"/>
          </a:xfrm>
        </p:spPr>
        <p:txBody>
          <a:bodyPr wrap="none" anchor="ctr" anchorCtr="0"/>
          <a:lstStyle>
            <a:lvl1pPr algn="ctr">
              <a:defRPr sz="1400">
                <a:solidFill>
                  <a:schemeClr val="tx1"/>
                </a:solidFill>
                <a:latin typeface="+mn-lt"/>
                <a:ea typeface="+mn-ea"/>
              </a:defRPr>
            </a:lvl1pPr>
          </a:lstStyle>
          <a:p>
            <a:pPr lvl="0"/>
            <a:r>
              <a:rPr kumimoji="1" lang="ja-JP" altLang="en-US" dirty="0"/>
              <a:t>マスター テキストの書式設定</a:t>
            </a:r>
          </a:p>
        </p:txBody>
      </p:sp>
      <p:pic>
        <p:nvPicPr>
          <p:cNvPr id="24" name="グラフィックス 23">
            <a:extLst>
              <a:ext uri="{FF2B5EF4-FFF2-40B4-BE49-F238E27FC236}">
                <a16:creationId xmlns:a16="http://schemas.microsoft.com/office/drawing/2014/main" id="{05B76399-7B3F-452B-99DE-9D4F211A101C}"/>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903485" y="739467"/>
            <a:ext cx="2644221" cy="1283225"/>
          </a:xfrm>
          <a:prstGeom prst="rect">
            <a:avLst/>
          </a:prstGeom>
        </p:spPr>
      </p:pic>
    </p:spTree>
    <p:extLst>
      <p:ext uri="{BB962C8B-B14F-4D97-AF65-F5344CB8AC3E}">
        <p14:creationId xmlns:p14="http://schemas.microsoft.com/office/powerpoint/2010/main" val="2408082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337C0E97-9585-4CBC-B08E-4DF1FCF04431}"/>
              </a:ext>
            </a:extLst>
          </p:cNvPr>
          <p:cNvGraphicFramePr>
            <a:graphicFrameLocks noChangeAspect="1"/>
          </p:cNvGraphicFramePr>
          <p:nvPr userDrawn="1">
            <p:custDataLst>
              <p:tags r:id="rId1"/>
            </p:custDataLst>
            <p:extLst>
              <p:ext uri="{D42A27DB-BD31-4B8C-83A1-F6EECF244321}">
                <p14:modId xmlns:p14="http://schemas.microsoft.com/office/powerpoint/2010/main" val="2827225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5" name="Title 1">
            <a:extLst>
              <a:ext uri="{FF2B5EF4-FFF2-40B4-BE49-F238E27FC236}">
                <a16:creationId xmlns:a16="http://schemas.microsoft.com/office/drawing/2014/main" id="{FF9C4F8C-82C7-4E62-A6FF-E886399A4E09}"/>
              </a:ext>
            </a:extLst>
          </p:cNvPr>
          <p:cNvSpPr>
            <a:spLocks noGrp="1"/>
          </p:cNvSpPr>
          <p:nvPr>
            <p:ph type="title"/>
          </p:nvPr>
        </p:nvSpPr>
        <p:spPr>
          <a:xfrm>
            <a:off x="814388" y="1052513"/>
            <a:ext cx="10563226" cy="648000"/>
          </a:xfrm>
        </p:spPr>
        <p:txBody>
          <a:bodyPr vert="horz" lIns="0" tIns="36000" rIns="0" bIns="36000" anchor="ctr" anchorCtr="0"/>
          <a:lstStyle>
            <a:lvl1pPr algn="ctr">
              <a:defRPr sz="2000" b="1">
                <a:solidFill>
                  <a:schemeClr val="tx1"/>
                </a:solidFill>
                <a:latin typeface="+mj-lt"/>
                <a:ea typeface="+mj-ea"/>
              </a:defRPr>
            </a:lvl1pPr>
          </a:lstStyle>
          <a:p>
            <a:r>
              <a:rPr lang="ja-JP" altLang="en-US" dirty="0"/>
              <a:t>マスター タイトルの書式設定</a:t>
            </a:r>
            <a:endParaRPr lang="en-US" dirty="0"/>
          </a:p>
        </p:txBody>
      </p:sp>
      <p:sp>
        <p:nvSpPr>
          <p:cNvPr id="14" name="正方形/長方形 13">
            <a:extLst>
              <a:ext uri="{FF2B5EF4-FFF2-40B4-BE49-F238E27FC236}">
                <a16:creationId xmlns:a16="http://schemas.microsoft.com/office/drawing/2014/main" id="{977A05FB-5E4D-4991-891B-2F9A06EBC667}"/>
              </a:ext>
            </a:extLst>
          </p:cNvPr>
          <p:cNvSpPr/>
          <p:nvPr userDrawn="1"/>
        </p:nvSpPr>
        <p:spPr>
          <a:xfrm>
            <a:off x="0" y="6829200"/>
            <a:ext cx="12192000" cy="288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ja-JP" altLang="en-US">
              <a:latin typeface="Noto Sans CJK JP Regular" panose="020B0500000000000000" pitchFamily="34" charset="-128"/>
              <a:ea typeface="Noto Sans CJK JP Regular" panose="020B0500000000000000" pitchFamily="34" charset="-128"/>
            </a:endParaRPr>
          </a:p>
        </p:txBody>
      </p:sp>
      <p:sp>
        <p:nvSpPr>
          <p:cNvPr id="5" name="テキスト プレースホルダー 4">
            <a:extLst>
              <a:ext uri="{FF2B5EF4-FFF2-40B4-BE49-F238E27FC236}">
                <a16:creationId xmlns:a16="http://schemas.microsoft.com/office/drawing/2014/main" id="{1C2AE47C-7B5A-4D6F-B622-B9EE6DD8FB70}"/>
              </a:ext>
            </a:extLst>
          </p:cNvPr>
          <p:cNvSpPr>
            <a:spLocks noGrp="1"/>
          </p:cNvSpPr>
          <p:nvPr>
            <p:ph type="body" sz="quarter" idx="11"/>
          </p:nvPr>
        </p:nvSpPr>
        <p:spPr>
          <a:xfrm>
            <a:off x="3086101" y="2346985"/>
            <a:ext cx="6019799" cy="3907810"/>
          </a:xfrm>
        </p:spPr>
        <p:txBody>
          <a:bodyPr anchor="t" anchorCtr="1"/>
          <a:lstStyle>
            <a:lvl1pPr marL="200025" indent="-200025" algn="l" defTabSz="914400" rtl="0" eaLnBrk="1" latinLnBrk="0" hangingPunct="1">
              <a:lnSpc>
                <a:spcPct val="160000"/>
              </a:lnSpc>
              <a:spcBef>
                <a:spcPts val="300"/>
              </a:spcBef>
              <a:buClrTx/>
              <a:buFont typeface="+mj-lt"/>
              <a:buAutoNum type="arabicPeriod"/>
              <a:defRPr kumimoji="1" lang="ja-JP" altLang="en-US" sz="1600" kern="1200" dirty="0" smtClean="0">
                <a:solidFill>
                  <a:schemeClr val="tx1"/>
                </a:solidFill>
                <a:latin typeface="+mn-lt"/>
                <a:ea typeface="+mn-ea"/>
                <a:cs typeface="+mn-cs"/>
              </a:defRPr>
            </a:lvl1pPr>
            <a:lvl2pPr marL="452438" indent="-201600" algn="l" defTabSz="914400" rtl="0" eaLnBrk="1" latinLnBrk="0" hangingPunct="1">
              <a:lnSpc>
                <a:spcPct val="160000"/>
              </a:lnSpc>
              <a:spcBef>
                <a:spcPts val="300"/>
              </a:spcBef>
              <a:buClrTx/>
              <a:buFont typeface="+mj-lt"/>
              <a:buAutoNum type="arabicPeriod"/>
              <a:defRPr kumimoji="1" lang="ja-JP" altLang="en-US" sz="1600" kern="1200" dirty="0" smtClean="0">
                <a:solidFill>
                  <a:schemeClr val="tx1"/>
                </a:solidFill>
                <a:latin typeface="+mn-lt"/>
                <a:ea typeface="+mn-ea"/>
                <a:cs typeface="+mn-cs"/>
              </a:defRPr>
            </a:lvl2pPr>
            <a:lvl3pPr marL="715963" indent="-200025" algn="l" defTabSz="914400" rtl="0" eaLnBrk="1" latinLnBrk="0" hangingPunct="1">
              <a:lnSpc>
                <a:spcPct val="160000"/>
              </a:lnSpc>
              <a:spcBef>
                <a:spcPts val="300"/>
              </a:spcBef>
              <a:buClrTx/>
              <a:buFont typeface="+mj-lt"/>
              <a:buAutoNum type="arabicPeriod"/>
              <a:defRPr kumimoji="1" lang="ja-JP" altLang="en-US" sz="1600" kern="1200" dirty="0" smtClean="0">
                <a:solidFill>
                  <a:schemeClr val="tx1"/>
                </a:solidFill>
                <a:latin typeface="+mn-lt"/>
                <a:ea typeface="+mn-ea"/>
                <a:cs typeface="+mn-cs"/>
              </a:defRPr>
            </a:lvl3pPr>
            <a:lvl4pPr marL="957600" indent="-200025" algn="l" defTabSz="914400" rtl="0" eaLnBrk="1" latinLnBrk="0" hangingPunct="1">
              <a:lnSpc>
                <a:spcPct val="160000"/>
              </a:lnSpc>
              <a:spcBef>
                <a:spcPts val="300"/>
              </a:spcBef>
              <a:buClrTx/>
              <a:buFont typeface="+mj-lt"/>
              <a:buAutoNum type="arabicPeriod"/>
              <a:defRPr kumimoji="1" lang="ja-JP" altLang="en-US" sz="1600" kern="1200" dirty="0" smtClean="0">
                <a:solidFill>
                  <a:schemeClr val="tx1"/>
                </a:solidFill>
                <a:latin typeface="+mn-lt"/>
                <a:ea typeface="+mn-ea"/>
                <a:cs typeface="+mn-cs"/>
              </a:defRPr>
            </a:lvl4pPr>
            <a:lvl5pPr marL="1245600" indent="-200025" algn="l" defTabSz="914400" rtl="0" eaLnBrk="1" latinLnBrk="0" hangingPunct="1">
              <a:lnSpc>
                <a:spcPct val="160000"/>
              </a:lnSpc>
              <a:spcBef>
                <a:spcPts val="300"/>
              </a:spcBef>
              <a:buClrTx/>
              <a:buFont typeface="+mj-lt"/>
              <a:buAutoNum type="arabicPeriod"/>
              <a:defRPr kumimoji="1" lang="ja-JP" altLang="en-US" sz="1600" kern="1200" dirty="0">
                <a:solidFill>
                  <a:schemeClr val="tx1"/>
                </a:solidFill>
                <a:latin typeface="+mn-lt"/>
                <a:ea typeface="+mn-ea"/>
                <a:cs typeface="+mn-cs"/>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9" name="テキスト プレースホルダー 6">
            <a:extLst>
              <a:ext uri="{FF2B5EF4-FFF2-40B4-BE49-F238E27FC236}">
                <a16:creationId xmlns:a16="http://schemas.microsoft.com/office/drawing/2014/main" id="{C8EE57F1-F0A9-4D0D-B777-AFCB5B2CEC4C}"/>
              </a:ext>
            </a:extLst>
          </p:cNvPr>
          <p:cNvSpPr>
            <a:spLocks noGrp="1"/>
          </p:cNvSpPr>
          <p:nvPr>
            <p:ph type="body" sz="quarter" idx="15"/>
          </p:nvPr>
        </p:nvSpPr>
        <p:spPr>
          <a:xfrm>
            <a:off x="628649" y="6274800"/>
            <a:ext cx="10933200" cy="163992"/>
          </a:xfrm>
        </p:spPr>
        <p:txBody>
          <a:bodyPr tIns="0" rIns="90000" bIns="0" anchor="b"/>
          <a:lstStyle>
            <a:lvl1pPr marL="0" indent="0">
              <a:spcBef>
                <a:spcPts val="0"/>
              </a:spcBef>
              <a:buFontTx/>
              <a:buNone/>
              <a:defRPr sz="1000">
                <a:solidFill>
                  <a:schemeClr val="bg1">
                    <a:lumMod val="50000"/>
                  </a:schemeClr>
                </a:solidFill>
                <a:latin typeface="+mn-lt"/>
                <a:ea typeface="+mn-ea"/>
              </a:defRPr>
            </a:lvl1pPr>
            <a:lvl2pPr marL="0" indent="0">
              <a:buFontTx/>
              <a:buNone/>
              <a:defRPr sz="600">
                <a:solidFill>
                  <a:schemeClr val="bg1">
                    <a:lumMod val="50000"/>
                  </a:schemeClr>
                </a:solidFill>
                <a:latin typeface="+mn-ea"/>
                <a:ea typeface="+mn-ea"/>
              </a:defRPr>
            </a:lvl2pPr>
            <a:lvl3pPr marL="0" indent="0">
              <a:buFontTx/>
              <a:buNone/>
              <a:defRPr sz="600">
                <a:solidFill>
                  <a:schemeClr val="bg1">
                    <a:lumMod val="50000"/>
                  </a:schemeClr>
                </a:solidFill>
                <a:latin typeface="+mn-ea"/>
                <a:ea typeface="+mn-ea"/>
              </a:defRPr>
            </a:lvl3pPr>
            <a:lvl4pPr marL="0" indent="0">
              <a:buFontTx/>
              <a:buNone/>
              <a:defRPr sz="600">
                <a:solidFill>
                  <a:schemeClr val="bg1">
                    <a:lumMod val="50000"/>
                  </a:schemeClr>
                </a:solidFill>
                <a:latin typeface="+mn-ea"/>
                <a:ea typeface="+mn-ea"/>
              </a:defRPr>
            </a:lvl4pPr>
            <a:lvl5pPr marL="0" indent="0">
              <a:buFontTx/>
              <a:buNone/>
              <a:defRPr sz="600">
                <a:solidFill>
                  <a:schemeClr val="bg1">
                    <a:lumMod val="50000"/>
                  </a:schemeClr>
                </a:solidFill>
                <a:latin typeface="+mn-ea"/>
                <a:ea typeface="+mn-ea"/>
              </a:defRPr>
            </a:lvl5pPr>
          </a:lstStyle>
          <a:p>
            <a:pPr lvl="0"/>
            <a:r>
              <a:rPr kumimoji="1" lang="ja-JP" altLang="en-US" dirty="0"/>
              <a:t>マスター テキストの書式設定</a:t>
            </a:r>
          </a:p>
        </p:txBody>
      </p:sp>
      <p:pic>
        <p:nvPicPr>
          <p:cNvPr id="10" name="グラフィックス 9">
            <a:extLst>
              <a:ext uri="{FF2B5EF4-FFF2-40B4-BE49-F238E27FC236}">
                <a16:creationId xmlns:a16="http://schemas.microsoft.com/office/drawing/2014/main" id="{E066F155-3188-4AA8-A660-ABF2470A83F3}"/>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58575" y="6458797"/>
            <a:ext cx="900000" cy="180000"/>
          </a:xfrm>
          <a:prstGeom prst="rect">
            <a:avLst/>
          </a:prstGeom>
        </p:spPr>
      </p:pic>
      <p:sp>
        <p:nvSpPr>
          <p:cNvPr id="11" name="Footer Placeholder 4">
            <a:extLst>
              <a:ext uri="{FF2B5EF4-FFF2-40B4-BE49-F238E27FC236}">
                <a16:creationId xmlns:a16="http://schemas.microsoft.com/office/drawing/2014/main" id="{DAA7107C-6AF2-4215-99A8-729EB6855E9F}"/>
              </a:ext>
            </a:extLst>
          </p:cNvPr>
          <p:cNvSpPr txBox="1">
            <a:spLocks/>
          </p:cNvSpPr>
          <p:nvPr userDrawn="1"/>
        </p:nvSpPr>
        <p:spPr>
          <a:xfrm>
            <a:off x="628650" y="6472236"/>
            <a:ext cx="900000" cy="169491"/>
          </a:xfrm>
          <a:prstGeom prst="rect">
            <a:avLst/>
          </a:prstGeom>
        </p:spPr>
        <p:txBody>
          <a:bodyPr vert="horz" lIns="91440" tIns="0" rIns="91440" bIns="0" rtlCol="0" anchor="ctr">
            <a:noAutofit/>
          </a:bodyPr>
          <a:lstStyle>
            <a:defPPr>
              <a:defRPr lang="en-US"/>
            </a:defPPr>
            <a:lvl1pPr marL="0" algn="l" defTabSz="457200" rtl="0" eaLnBrk="1" latinLnBrk="0" hangingPunct="1">
              <a:defRPr sz="8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algn="l" defTabSz="457200" rtl="0" eaLnBrk="1" latinLnBrk="0" hangingPunct="1"/>
            <a:r>
              <a:rPr kumimoji="1" lang="en-US" altLang="ja-JP" sz="1000" kern="1200" dirty="0">
                <a:solidFill>
                  <a:schemeClr val="bg1">
                    <a:lumMod val="50000"/>
                  </a:schemeClr>
                </a:solidFill>
                <a:latin typeface="+mn-lt"/>
                <a:ea typeface="+mn-ea"/>
                <a:cs typeface="+mn-cs"/>
              </a:rPr>
              <a:t>© JMDC Inc.</a:t>
            </a:r>
          </a:p>
        </p:txBody>
      </p:sp>
      <p:sp>
        <p:nvSpPr>
          <p:cNvPr id="16" name="Slide Number Placeholder 5">
            <a:extLst>
              <a:ext uri="{FF2B5EF4-FFF2-40B4-BE49-F238E27FC236}">
                <a16:creationId xmlns:a16="http://schemas.microsoft.com/office/drawing/2014/main" id="{7360C349-EBEF-4D48-A384-8338314FD92F}"/>
              </a:ext>
            </a:extLst>
          </p:cNvPr>
          <p:cNvSpPr txBox="1">
            <a:spLocks/>
          </p:cNvSpPr>
          <p:nvPr userDrawn="1"/>
        </p:nvSpPr>
        <p:spPr>
          <a:xfrm>
            <a:off x="11406188" y="6472527"/>
            <a:ext cx="455695" cy="169200"/>
          </a:xfrm>
          <a:prstGeom prst="rect">
            <a:avLst/>
          </a:prstGeom>
          <a:ln>
            <a:noFill/>
          </a:ln>
        </p:spPr>
        <p:txBody>
          <a:bodyPr vert="horz" lIns="0" tIns="0" rIns="90000" bIns="0" rtlCol="0" anchor="ctr">
            <a:noAutofit/>
          </a:bodyPr>
          <a:lstStyle>
            <a:defPPr>
              <a:defRPr lang="en-US"/>
            </a:defPPr>
            <a:lvl1pPr marL="0" algn="r" defTabSz="457200" rtl="0" eaLnBrk="1" latinLnBrk="0" hangingPunct="1">
              <a:defRPr sz="1000" kern="1200">
                <a:solidFill>
                  <a:schemeClr val="tx1"/>
                </a:solidFill>
                <a:latin typeface="+mn-lt"/>
                <a:ea typeface="Noto Sans CJK JP Regular" panose="020B0500000000000000"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8980884-DD7F-4341-BDAB-1E6AEAC0EEE3}" type="slidenum">
              <a:rPr kumimoji="1" lang="ja-JP" altLang="en-US" smtClean="0"/>
              <a:pPr/>
              <a:t>‹#›</a:t>
            </a:fld>
            <a:endParaRPr kumimoji="1" lang="ja-JP" altLang="en-US" dirty="0"/>
          </a:p>
        </p:txBody>
      </p:sp>
    </p:spTree>
    <p:extLst>
      <p:ext uri="{BB962C8B-B14F-4D97-AF65-F5344CB8AC3E}">
        <p14:creationId xmlns:p14="http://schemas.microsoft.com/office/powerpoint/2010/main" val="3640350880"/>
      </p:ext>
    </p:extLst>
  </p:cSld>
  <p:clrMapOvr>
    <a:masterClrMapping/>
  </p:clrMapOvr>
  <p:extLst>
    <p:ext uri="{DCECCB84-F9BA-43D5-87BE-67443E8EF086}">
      <p15:sldGuideLst xmlns:p15="http://schemas.microsoft.com/office/powerpoint/2012/main">
        <p15:guide id="1" orient="horz" pos="663">
          <p15:clr>
            <a:srgbClr val="FBAE40"/>
          </p15:clr>
        </p15:guide>
        <p15:guide id="2" pos="513">
          <p15:clr>
            <a:srgbClr val="FBAE40"/>
          </p15:clr>
        </p15:guide>
        <p15:guide id="3" pos="7167">
          <p15:clr>
            <a:srgbClr val="FBAE40"/>
          </p15:clr>
        </p15:guide>
        <p15:guide id="4" orient="horz" pos="3952">
          <p15:clr>
            <a:srgbClr val="FBAE40"/>
          </p15:clr>
        </p15:guide>
        <p15:guide id="5" orient="horz" pos="14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中見出し">
    <p:bg>
      <p:bgPr>
        <a:solidFill>
          <a:schemeClr val="accent4"/>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BF946D33-0522-407D-92E1-EB11EE540905}"/>
              </a:ext>
            </a:extLst>
          </p:cNvPr>
          <p:cNvGraphicFramePr>
            <a:graphicFrameLocks noChangeAspect="1"/>
          </p:cNvGraphicFramePr>
          <p:nvPr userDrawn="1">
            <p:custDataLst>
              <p:tags r:id="rId1"/>
            </p:custDataLst>
            <p:extLst>
              <p:ext uri="{D42A27DB-BD31-4B8C-83A1-F6EECF244321}">
                <p14:modId xmlns:p14="http://schemas.microsoft.com/office/powerpoint/2010/main" val="18429420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Subtitle 2">
            <a:extLst>
              <a:ext uri="{FF2B5EF4-FFF2-40B4-BE49-F238E27FC236}">
                <a16:creationId xmlns:a16="http://schemas.microsoft.com/office/drawing/2014/main" id="{722D36E6-DD5E-40E4-9D8C-A3C0BE692B2B}"/>
              </a:ext>
            </a:extLst>
          </p:cNvPr>
          <p:cNvSpPr>
            <a:spLocks noGrp="1"/>
          </p:cNvSpPr>
          <p:nvPr>
            <p:ph type="subTitle" idx="1"/>
          </p:nvPr>
        </p:nvSpPr>
        <p:spPr>
          <a:xfrm>
            <a:off x="575999" y="2371836"/>
            <a:ext cx="11040000" cy="900000"/>
          </a:xfrm>
        </p:spPr>
        <p:txBody>
          <a:bodyPr anchor="b" anchorCtr="0"/>
          <a:lstStyle>
            <a:lvl1pPr marL="0" indent="0" algn="ctr">
              <a:buNone/>
              <a:defRPr sz="5000" b="1">
                <a:solidFill>
                  <a:srgbClr val="53C57A"/>
                </a:solidFill>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
        <p:nvSpPr>
          <p:cNvPr id="7" name="Title 1">
            <a:extLst>
              <a:ext uri="{FF2B5EF4-FFF2-40B4-BE49-F238E27FC236}">
                <a16:creationId xmlns:a16="http://schemas.microsoft.com/office/drawing/2014/main" id="{7C832386-A3A6-4262-831B-138FA568A097}"/>
              </a:ext>
            </a:extLst>
          </p:cNvPr>
          <p:cNvSpPr>
            <a:spLocks noGrp="1"/>
          </p:cNvSpPr>
          <p:nvPr>
            <p:ph type="title"/>
          </p:nvPr>
        </p:nvSpPr>
        <p:spPr>
          <a:xfrm>
            <a:off x="575999" y="3429000"/>
            <a:ext cx="11040000" cy="360000"/>
          </a:xfrm>
        </p:spPr>
        <p:txBody>
          <a:bodyPr vert="horz" lIns="0" tIns="0" rIns="0" bIns="144000" anchor="t"/>
          <a:lstStyle>
            <a:lvl1pPr algn="ctr">
              <a:defRPr sz="3200" b="1">
                <a:solidFill>
                  <a:srgbClr val="2D2D2D"/>
                </a:solidFill>
                <a:latin typeface="+mj-lt"/>
                <a:ea typeface="+mj-ea"/>
              </a:defRPr>
            </a:lvl1pPr>
          </a:lstStyle>
          <a:p>
            <a:r>
              <a:rPr lang="ja-JP" altLang="en-US" dirty="0"/>
              <a:t>マスター タイトルの書式設定</a:t>
            </a:r>
            <a:endParaRPr lang="en-US" dirty="0"/>
          </a:p>
        </p:txBody>
      </p:sp>
      <p:pic>
        <p:nvPicPr>
          <p:cNvPr id="8" name="グラフィックス 7">
            <a:extLst>
              <a:ext uri="{FF2B5EF4-FFF2-40B4-BE49-F238E27FC236}">
                <a16:creationId xmlns:a16="http://schemas.microsoft.com/office/drawing/2014/main" id="{04BA59FC-70BE-4938-AB37-618B2B709CEE}"/>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58575" y="6458797"/>
            <a:ext cx="900000" cy="180000"/>
          </a:xfrm>
          <a:prstGeom prst="rect">
            <a:avLst/>
          </a:prstGeom>
        </p:spPr>
      </p:pic>
      <p:sp>
        <p:nvSpPr>
          <p:cNvPr id="13" name="Footer Placeholder 4">
            <a:extLst>
              <a:ext uri="{FF2B5EF4-FFF2-40B4-BE49-F238E27FC236}">
                <a16:creationId xmlns:a16="http://schemas.microsoft.com/office/drawing/2014/main" id="{87FA3722-778B-4F44-8122-F34A3EF26DE4}"/>
              </a:ext>
            </a:extLst>
          </p:cNvPr>
          <p:cNvSpPr txBox="1">
            <a:spLocks/>
          </p:cNvSpPr>
          <p:nvPr userDrawn="1"/>
        </p:nvSpPr>
        <p:spPr>
          <a:xfrm>
            <a:off x="628650" y="6472236"/>
            <a:ext cx="900000" cy="169491"/>
          </a:xfrm>
          <a:prstGeom prst="rect">
            <a:avLst/>
          </a:prstGeom>
        </p:spPr>
        <p:txBody>
          <a:bodyPr vert="horz" lIns="91440" tIns="0" rIns="91440" bIns="0" rtlCol="0" anchor="ctr">
            <a:noAutofit/>
          </a:bodyPr>
          <a:lstStyle>
            <a:defPPr>
              <a:defRPr lang="en-US"/>
            </a:defPPr>
            <a:lvl1pPr marL="0" algn="l" defTabSz="457200" rtl="0" eaLnBrk="1" latinLnBrk="0" hangingPunct="1">
              <a:defRPr sz="8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algn="l" defTabSz="457200" rtl="0" eaLnBrk="1" latinLnBrk="0" hangingPunct="1"/>
            <a:r>
              <a:rPr kumimoji="1" lang="en-US" altLang="ja-JP" sz="1000" kern="1200" dirty="0">
                <a:solidFill>
                  <a:schemeClr val="bg1">
                    <a:lumMod val="50000"/>
                  </a:schemeClr>
                </a:solidFill>
                <a:latin typeface="+mn-lt"/>
                <a:ea typeface="+mn-ea"/>
                <a:cs typeface="+mn-cs"/>
              </a:rPr>
              <a:t>© JMDC Inc.</a:t>
            </a:r>
          </a:p>
        </p:txBody>
      </p:sp>
      <p:sp>
        <p:nvSpPr>
          <p:cNvPr id="14" name="Slide Number Placeholder 5">
            <a:extLst>
              <a:ext uri="{FF2B5EF4-FFF2-40B4-BE49-F238E27FC236}">
                <a16:creationId xmlns:a16="http://schemas.microsoft.com/office/drawing/2014/main" id="{690680FA-9C4D-47DA-BDAE-E3CC06EEFE63}"/>
              </a:ext>
            </a:extLst>
          </p:cNvPr>
          <p:cNvSpPr txBox="1">
            <a:spLocks/>
          </p:cNvSpPr>
          <p:nvPr userDrawn="1"/>
        </p:nvSpPr>
        <p:spPr>
          <a:xfrm>
            <a:off x="11406188" y="6472527"/>
            <a:ext cx="455695" cy="169200"/>
          </a:xfrm>
          <a:prstGeom prst="rect">
            <a:avLst/>
          </a:prstGeom>
          <a:ln>
            <a:noFill/>
          </a:ln>
        </p:spPr>
        <p:txBody>
          <a:bodyPr vert="horz" lIns="0" tIns="0" rIns="90000" bIns="0" rtlCol="0" anchor="ctr">
            <a:noAutofit/>
          </a:bodyPr>
          <a:lstStyle>
            <a:defPPr>
              <a:defRPr lang="en-US"/>
            </a:defPPr>
            <a:lvl1pPr marL="0" algn="r" defTabSz="457200" rtl="0" eaLnBrk="1" latinLnBrk="0" hangingPunct="1">
              <a:defRPr sz="1000" kern="1200">
                <a:solidFill>
                  <a:schemeClr val="tx1"/>
                </a:solidFill>
                <a:latin typeface="+mn-lt"/>
                <a:ea typeface="Noto Sans CJK JP Regular" panose="020B0500000000000000"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8980884-DD7F-4341-BDAB-1E6AEAC0EEE3}" type="slidenum">
              <a:rPr kumimoji="1" lang="ja-JP" altLang="en-US" smtClean="0"/>
              <a:pPr/>
              <a:t>‹#›</a:t>
            </a:fld>
            <a:endParaRPr kumimoji="1" lang="ja-JP" altLang="en-US" dirty="0"/>
          </a:p>
        </p:txBody>
      </p:sp>
    </p:spTree>
    <p:extLst>
      <p:ext uri="{BB962C8B-B14F-4D97-AF65-F5344CB8AC3E}">
        <p14:creationId xmlns:p14="http://schemas.microsoft.com/office/powerpoint/2010/main" val="28269853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3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コンテンツ">
    <p:spTree>
      <p:nvGrpSpPr>
        <p:cNvPr id="1" name=""/>
        <p:cNvGrpSpPr/>
        <p:nvPr/>
      </p:nvGrpSpPr>
      <p:grpSpPr>
        <a:xfrm>
          <a:off x="0" y="0"/>
          <a:ext cx="0" cy="0"/>
          <a:chOff x="0" y="0"/>
          <a:chExt cx="0" cy="0"/>
        </a:xfrm>
      </p:grpSpPr>
      <p:graphicFrame>
        <p:nvGraphicFramePr>
          <p:cNvPr id="9" name="オブジェクト 8" hidden="1">
            <a:extLst>
              <a:ext uri="{FF2B5EF4-FFF2-40B4-BE49-F238E27FC236}">
                <a16:creationId xmlns:a16="http://schemas.microsoft.com/office/drawing/2014/main" id="{22BB6BD2-0807-4A2A-A627-20D383234AD1}"/>
              </a:ext>
            </a:extLst>
          </p:cNvPr>
          <p:cNvGraphicFramePr>
            <a:graphicFrameLocks noChangeAspect="1"/>
          </p:cNvGraphicFramePr>
          <p:nvPr userDrawn="1">
            <p:custDataLst>
              <p:tags r:id="rId1"/>
            </p:custDataLst>
            <p:extLst>
              <p:ext uri="{D42A27DB-BD31-4B8C-83A1-F6EECF244321}">
                <p14:modId xmlns:p14="http://schemas.microsoft.com/office/powerpoint/2010/main" val="3909193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814390" y="188913"/>
            <a:ext cx="10563223" cy="620908"/>
          </a:xfrm>
        </p:spPr>
        <p:txBody>
          <a:bodyPr vert="horz" lIns="0" tIns="36000" rIns="0" bIns="72000" anchor="b" anchorCtr="0"/>
          <a:lstStyle>
            <a:lvl1pPr>
              <a:defRPr sz="2000" b="1" i="0">
                <a:solidFill>
                  <a:srgbClr val="000000"/>
                </a:solidFill>
                <a:latin typeface="+mj-lt"/>
                <a:ea typeface="+mj-ea"/>
              </a:defRPr>
            </a:lvl1pPr>
          </a:lstStyle>
          <a:p>
            <a:r>
              <a:rPr lang="ja-JP" altLang="en-US" dirty="0"/>
              <a:t>マスター タイトルの書式設定</a:t>
            </a:r>
            <a:endParaRPr lang="en-US" dirty="0"/>
          </a:p>
        </p:txBody>
      </p:sp>
      <p:sp>
        <p:nvSpPr>
          <p:cNvPr id="3" name="Content Placeholder 2"/>
          <p:cNvSpPr>
            <a:spLocks noGrp="1"/>
          </p:cNvSpPr>
          <p:nvPr>
            <p:ph idx="1"/>
          </p:nvPr>
        </p:nvSpPr>
        <p:spPr>
          <a:xfrm>
            <a:off x="814388" y="1914824"/>
            <a:ext cx="10563225" cy="4351878"/>
          </a:xfrm>
          <a:ln>
            <a:noFill/>
          </a:ln>
        </p:spPr>
        <p:txBody>
          <a:bodyPr lIns="0" rIns="0"/>
          <a:lstStyle>
            <a:lvl1pPr>
              <a:lnSpc>
                <a:spcPct val="125000"/>
              </a:lnSpc>
              <a:defRPr sz="1600">
                <a:solidFill>
                  <a:srgbClr val="2D2D2D"/>
                </a:solidFill>
                <a:latin typeface="+mn-lt"/>
                <a:ea typeface="+mn-ea"/>
              </a:defRPr>
            </a:lvl1pPr>
            <a:lvl2pPr>
              <a:lnSpc>
                <a:spcPct val="125000"/>
              </a:lnSpc>
              <a:buClrTx/>
              <a:defRPr sz="1600">
                <a:solidFill>
                  <a:srgbClr val="2D2D2D"/>
                </a:solidFill>
                <a:latin typeface="+mn-lt"/>
                <a:ea typeface="+mn-ea"/>
              </a:defRPr>
            </a:lvl2pPr>
            <a:lvl3pPr marL="798513" indent="-163513">
              <a:lnSpc>
                <a:spcPct val="125000"/>
              </a:lnSpc>
              <a:buClrTx/>
              <a:buFont typeface="Arial" panose="020B0604020202020204" pitchFamily="34" charset="0"/>
              <a:buChar char="•"/>
              <a:defRPr sz="1600">
                <a:solidFill>
                  <a:srgbClr val="2D2D2D"/>
                </a:solidFill>
                <a:latin typeface="+mn-lt"/>
                <a:ea typeface="+mn-ea"/>
              </a:defRPr>
            </a:lvl3pPr>
          </a:lstStyle>
          <a:p>
            <a:pPr lvl="0"/>
            <a:r>
              <a:rPr lang="ja-JP" altLang="en-US" dirty="0"/>
              <a:t>マスター テキストの書式設定</a:t>
            </a:r>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p:txBody>
      </p:sp>
      <p:sp>
        <p:nvSpPr>
          <p:cNvPr id="10" name="テキスト プレースホルダー 9">
            <a:extLst>
              <a:ext uri="{FF2B5EF4-FFF2-40B4-BE49-F238E27FC236}">
                <a16:creationId xmlns:a16="http://schemas.microsoft.com/office/drawing/2014/main" id="{8F4E2D77-7E7A-42A8-82FA-8E50190B39B2}"/>
              </a:ext>
            </a:extLst>
          </p:cNvPr>
          <p:cNvSpPr>
            <a:spLocks noGrp="1"/>
          </p:cNvSpPr>
          <p:nvPr>
            <p:ph type="body" sz="quarter" idx="13"/>
          </p:nvPr>
        </p:nvSpPr>
        <p:spPr>
          <a:xfrm>
            <a:off x="814389" y="791106"/>
            <a:ext cx="10563224" cy="900000"/>
          </a:xfrm>
        </p:spPr>
        <p:txBody>
          <a:bodyPr lIns="0" tIns="72000" rIns="0" bIns="72000"/>
          <a:lstStyle>
            <a:lvl1pPr>
              <a:lnSpc>
                <a:spcPct val="125000"/>
              </a:lnSpc>
              <a:spcBef>
                <a:spcPts val="0"/>
              </a:spcBef>
              <a:defRPr sz="1600" b="0" spc="50" baseline="0">
                <a:solidFill>
                  <a:schemeClr val="accent1"/>
                </a:solidFill>
                <a:latin typeface="+mn-lt"/>
                <a:ea typeface="+mn-ea"/>
              </a:defRPr>
            </a:lvl1pPr>
            <a:lvl2pPr>
              <a:lnSpc>
                <a:spcPct val="125000"/>
              </a:lnSpc>
              <a:spcBef>
                <a:spcPts val="0"/>
              </a:spcBef>
              <a:buClrTx/>
              <a:defRPr sz="1600" b="0" spc="50" baseline="0">
                <a:solidFill>
                  <a:schemeClr val="accent1"/>
                </a:solidFill>
                <a:latin typeface="+mn-lt"/>
                <a:ea typeface="+mn-ea"/>
              </a:defRPr>
            </a:lvl2pPr>
            <a:lvl3pPr marL="636587" indent="0">
              <a:spcBef>
                <a:spcPts val="0"/>
              </a:spcBef>
              <a:buClr>
                <a:schemeClr val="accent1"/>
              </a:buClr>
              <a:buFont typeface="游ゴシック" panose="020B0400000000000000" pitchFamily="50" charset="-128"/>
              <a:buNone/>
              <a:defRPr b="1">
                <a:solidFill>
                  <a:schemeClr val="accent1"/>
                </a:solidFill>
              </a:defRPr>
            </a:lvl3pPr>
            <a:lvl4pPr>
              <a:spcBef>
                <a:spcPts val="0"/>
              </a:spcBef>
              <a:defRPr>
                <a:solidFill>
                  <a:schemeClr val="accent1"/>
                </a:solidFill>
              </a:defRPr>
            </a:lvl4pPr>
            <a:lvl5pPr>
              <a:spcBef>
                <a:spcPts val="0"/>
              </a:spcBef>
              <a:defRPr>
                <a:solidFill>
                  <a:schemeClr val="accent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p:txBody>
      </p:sp>
      <p:sp>
        <p:nvSpPr>
          <p:cNvPr id="8" name="正方形/長方形 7">
            <a:extLst>
              <a:ext uri="{FF2B5EF4-FFF2-40B4-BE49-F238E27FC236}">
                <a16:creationId xmlns:a16="http://schemas.microsoft.com/office/drawing/2014/main" id="{578CA1C3-62CA-4355-9BFA-019950074359}"/>
              </a:ext>
            </a:extLst>
          </p:cNvPr>
          <p:cNvSpPr/>
          <p:nvPr userDrawn="1"/>
        </p:nvSpPr>
        <p:spPr>
          <a:xfrm>
            <a:off x="0" y="6829200"/>
            <a:ext cx="12192000" cy="288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ja-JP" altLang="en-US">
              <a:latin typeface="Noto Sans CJK JP Regular" panose="020B0500000000000000" pitchFamily="34" charset="-128"/>
              <a:ea typeface="Noto Sans CJK JP Regular" panose="020B0500000000000000" pitchFamily="34" charset="-128"/>
            </a:endParaRPr>
          </a:p>
        </p:txBody>
      </p:sp>
      <p:sp>
        <p:nvSpPr>
          <p:cNvPr id="7" name="テキスト プレースホルダー 6">
            <a:extLst>
              <a:ext uri="{FF2B5EF4-FFF2-40B4-BE49-F238E27FC236}">
                <a16:creationId xmlns:a16="http://schemas.microsoft.com/office/drawing/2014/main" id="{20705110-15CF-4414-A9EF-CCABC79883F4}"/>
              </a:ext>
            </a:extLst>
          </p:cNvPr>
          <p:cNvSpPr>
            <a:spLocks noGrp="1"/>
          </p:cNvSpPr>
          <p:nvPr>
            <p:ph type="body" sz="quarter" idx="15"/>
          </p:nvPr>
        </p:nvSpPr>
        <p:spPr>
          <a:xfrm>
            <a:off x="628649" y="6274800"/>
            <a:ext cx="10933200" cy="163992"/>
          </a:xfrm>
        </p:spPr>
        <p:txBody>
          <a:bodyPr tIns="0" rIns="90000" bIns="0" anchor="b"/>
          <a:lstStyle>
            <a:lvl1pPr marL="0" indent="0">
              <a:spcBef>
                <a:spcPts val="0"/>
              </a:spcBef>
              <a:buFontTx/>
              <a:buNone/>
              <a:defRPr sz="1000">
                <a:solidFill>
                  <a:schemeClr val="bg1">
                    <a:lumMod val="50000"/>
                  </a:schemeClr>
                </a:solidFill>
                <a:latin typeface="+mn-lt"/>
                <a:ea typeface="+mn-ea"/>
              </a:defRPr>
            </a:lvl1pPr>
            <a:lvl2pPr marL="0" indent="0">
              <a:buFontTx/>
              <a:buNone/>
              <a:defRPr sz="600">
                <a:solidFill>
                  <a:schemeClr val="bg1">
                    <a:lumMod val="50000"/>
                  </a:schemeClr>
                </a:solidFill>
                <a:latin typeface="+mn-ea"/>
                <a:ea typeface="+mn-ea"/>
              </a:defRPr>
            </a:lvl2pPr>
            <a:lvl3pPr marL="0" indent="0">
              <a:buFontTx/>
              <a:buNone/>
              <a:defRPr sz="600">
                <a:solidFill>
                  <a:schemeClr val="bg1">
                    <a:lumMod val="50000"/>
                  </a:schemeClr>
                </a:solidFill>
                <a:latin typeface="+mn-ea"/>
                <a:ea typeface="+mn-ea"/>
              </a:defRPr>
            </a:lvl3pPr>
            <a:lvl4pPr marL="0" indent="0">
              <a:buFontTx/>
              <a:buNone/>
              <a:defRPr sz="600">
                <a:solidFill>
                  <a:schemeClr val="bg1">
                    <a:lumMod val="50000"/>
                  </a:schemeClr>
                </a:solidFill>
                <a:latin typeface="+mn-ea"/>
                <a:ea typeface="+mn-ea"/>
              </a:defRPr>
            </a:lvl4pPr>
            <a:lvl5pPr marL="0" indent="0">
              <a:buFontTx/>
              <a:buNone/>
              <a:defRPr sz="600">
                <a:solidFill>
                  <a:schemeClr val="bg1">
                    <a:lumMod val="50000"/>
                  </a:schemeClr>
                </a:solidFill>
                <a:latin typeface="+mn-ea"/>
                <a:ea typeface="+mn-ea"/>
              </a:defRPr>
            </a:lvl5pPr>
          </a:lstStyle>
          <a:p>
            <a:pPr lvl="0"/>
            <a:r>
              <a:rPr kumimoji="1" lang="ja-JP" altLang="en-US" dirty="0"/>
              <a:t>マスター テキストの書式設定</a:t>
            </a:r>
          </a:p>
        </p:txBody>
      </p:sp>
      <p:pic>
        <p:nvPicPr>
          <p:cNvPr id="13" name="グラフィックス 12">
            <a:extLst>
              <a:ext uri="{FF2B5EF4-FFF2-40B4-BE49-F238E27FC236}">
                <a16:creationId xmlns:a16="http://schemas.microsoft.com/office/drawing/2014/main" id="{939E9BA3-482A-49D6-8FC2-21A7E285428C}"/>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558575" y="6458797"/>
            <a:ext cx="900000" cy="180000"/>
          </a:xfrm>
          <a:prstGeom prst="rect">
            <a:avLst/>
          </a:prstGeom>
        </p:spPr>
      </p:pic>
      <p:sp>
        <p:nvSpPr>
          <p:cNvPr id="14" name="Footer Placeholder 4">
            <a:extLst>
              <a:ext uri="{FF2B5EF4-FFF2-40B4-BE49-F238E27FC236}">
                <a16:creationId xmlns:a16="http://schemas.microsoft.com/office/drawing/2014/main" id="{DE131A67-7454-4E80-BAE6-84513290F674}"/>
              </a:ext>
            </a:extLst>
          </p:cNvPr>
          <p:cNvSpPr txBox="1">
            <a:spLocks/>
          </p:cNvSpPr>
          <p:nvPr userDrawn="1"/>
        </p:nvSpPr>
        <p:spPr>
          <a:xfrm>
            <a:off x="628650" y="6472236"/>
            <a:ext cx="900000" cy="169491"/>
          </a:xfrm>
          <a:prstGeom prst="rect">
            <a:avLst/>
          </a:prstGeom>
        </p:spPr>
        <p:txBody>
          <a:bodyPr vert="horz" lIns="91440" tIns="0" rIns="91440" bIns="0" rtlCol="0" anchor="ctr">
            <a:noAutofit/>
          </a:bodyPr>
          <a:lstStyle>
            <a:defPPr>
              <a:defRPr lang="en-US"/>
            </a:defPPr>
            <a:lvl1pPr marL="0" algn="l" defTabSz="457200" rtl="0" eaLnBrk="1" latinLnBrk="0" hangingPunct="1">
              <a:defRPr sz="8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algn="l" defTabSz="457200" rtl="0" eaLnBrk="1" latinLnBrk="0" hangingPunct="1"/>
            <a:r>
              <a:rPr kumimoji="1" lang="en-US" altLang="ja-JP" sz="1000" kern="1200" dirty="0">
                <a:solidFill>
                  <a:schemeClr val="bg1">
                    <a:lumMod val="50000"/>
                  </a:schemeClr>
                </a:solidFill>
                <a:latin typeface="+mn-lt"/>
                <a:ea typeface="+mn-ea"/>
                <a:cs typeface="+mn-cs"/>
              </a:rPr>
              <a:t>© JMDC Inc.</a:t>
            </a:r>
          </a:p>
        </p:txBody>
      </p:sp>
      <p:sp>
        <p:nvSpPr>
          <p:cNvPr id="15" name="Slide Number Placeholder 5">
            <a:extLst>
              <a:ext uri="{FF2B5EF4-FFF2-40B4-BE49-F238E27FC236}">
                <a16:creationId xmlns:a16="http://schemas.microsoft.com/office/drawing/2014/main" id="{7320C161-6FB6-465C-A013-A8CE1D3DC8AE}"/>
              </a:ext>
            </a:extLst>
          </p:cNvPr>
          <p:cNvSpPr txBox="1">
            <a:spLocks/>
          </p:cNvSpPr>
          <p:nvPr userDrawn="1"/>
        </p:nvSpPr>
        <p:spPr>
          <a:xfrm>
            <a:off x="11406188" y="6472527"/>
            <a:ext cx="455695" cy="169200"/>
          </a:xfrm>
          <a:prstGeom prst="rect">
            <a:avLst/>
          </a:prstGeom>
          <a:ln>
            <a:noFill/>
          </a:ln>
        </p:spPr>
        <p:txBody>
          <a:bodyPr vert="horz" lIns="0" tIns="0" rIns="90000" bIns="0" rtlCol="0" anchor="ctr">
            <a:noAutofit/>
          </a:bodyPr>
          <a:lstStyle>
            <a:defPPr>
              <a:defRPr lang="en-US"/>
            </a:defPPr>
            <a:lvl1pPr marL="0" algn="r" defTabSz="457200" rtl="0" eaLnBrk="1" latinLnBrk="0" hangingPunct="1">
              <a:defRPr sz="1000" kern="1200">
                <a:solidFill>
                  <a:schemeClr val="tx1"/>
                </a:solidFill>
                <a:latin typeface="+mn-lt"/>
                <a:ea typeface="Noto Sans CJK JP Regular" panose="020B0500000000000000"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8980884-DD7F-4341-BDAB-1E6AEAC0EEE3}" type="slidenum">
              <a:rPr kumimoji="1" lang="ja-JP" altLang="en-US" smtClean="0"/>
              <a:pPr/>
              <a:t>‹#›</a:t>
            </a:fld>
            <a:endParaRPr kumimoji="1" lang="ja-JP" altLang="en-US" dirty="0"/>
          </a:p>
        </p:txBody>
      </p:sp>
    </p:spTree>
    <p:extLst>
      <p:ext uri="{BB962C8B-B14F-4D97-AF65-F5344CB8AC3E}">
        <p14:creationId xmlns:p14="http://schemas.microsoft.com/office/powerpoint/2010/main" val="3641614256"/>
      </p:ext>
    </p:extLst>
  </p:cSld>
  <p:clrMapOvr>
    <a:masterClrMapping/>
  </p:clrMapOvr>
  <p:extLst>
    <p:ext uri="{DCECCB84-F9BA-43D5-87BE-67443E8EF086}">
      <p15:sldGuideLst xmlns:p15="http://schemas.microsoft.com/office/powerpoint/2012/main">
        <p15:guide id="1" orient="horz" pos="119">
          <p15:clr>
            <a:srgbClr val="FBAE40"/>
          </p15:clr>
        </p15:guide>
        <p15:guide id="2" pos="7167">
          <p15:clr>
            <a:srgbClr val="FBAE40"/>
          </p15:clr>
        </p15:guide>
        <p15:guide id="3" pos="513">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裏表紙">
    <p:spTree>
      <p:nvGrpSpPr>
        <p:cNvPr id="1" name=""/>
        <p:cNvGrpSpPr/>
        <p:nvPr/>
      </p:nvGrpSpPr>
      <p:grpSpPr>
        <a:xfrm>
          <a:off x="0" y="0"/>
          <a:ext cx="0" cy="0"/>
          <a:chOff x="0" y="0"/>
          <a:chExt cx="0" cy="0"/>
        </a:xfrm>
      </p:grpSpPr>
      <p:pic>
        <p:nvPicPr>
          <p:cNvPr id="10" name="グラフィックス 9">
            <a:extLst>
              <a:ext uri="{FF2B5EF4-FFF2-40B4-BE49-F238E27FC236}">
                <a16:creationId xmlns:a16="http://schemas.microsoft.com/office/drawing/2014/main" id="{C9F2E24A-F9AF-4FB5-9A55-6CD620035AB4}"/>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56000" y="2885000"/>
            <a:ext cx="2880000" cy="1088000"/>
          </a:xfrm>
          <a:prstGeom prst="rect">
            <a:avLst/>
          </a:prstGeom>
        </p:spPr>
      </p:pic>
    </p:spTree>
    <p:extLst>
      <p:ext uri="{BB962C8B-B14F-4D97-AF65-F5344CB8AC3E}">
        <p14:creationId xmlns:p14="http://schemas.microsoft.com/office/powerpoint/2010/main" val="8888053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3779C39E-E640-4ACF-9D66-42B25DD4D69B}"/>
              </a:ext>
            </a:extLst>
          </p:cNvPr>
          <p:cNvGraphicFramePr>
            <a:graphicFrameLocks noChangeAspect="1"/>
          </p:cNvGraphicFramePr>
          <p:nvPr userDrawn="1">
            <p:custDataLst>
              <p:tags r:id="rId7"/>
            </p:custDataLst>
            <p:extLst>
              <p:ext uri="{D42A27DB-BD31-4B8C-83A1-F6EECF244321}">
                <p14:modId xmlns:p14="http://schemas.microsoft.com/office/powerpoint/2010/main" val="24284029"/>
              </p:ext>
            </p:extLst>
          </p:nvPr>
        </p:nvGraphicFramePr>
        <p:xfrm>
          <a:off x="2119" y="1588"/>
          <a:ext cx="2117" cy="1588"/>
        </p:xfrm>
        <a:graphic>
          <a:graphicData uri="http://schemas.openxmlformats.org/presentationml/2006/ole">
            <mc:AlternateContent xmlns:mc="http://schemas.openxmlformats.org/markup-compatibility/2006">
              <mc:Choice xmlns:v="urn:schemas-microsoft-com:vml" Requires="v">
                <p:oleObj name="think-cellスライド" r:id="rId9" imgW="592" imgH="595" progId="TCLayout.ActiveDocument.1">
                  <p:embed/>
                </p:oleObj>
              </mc:Choice>
              <mc:Fallback>
                <p:oleObj name="think-cellスライド" r:id="rId9" imgW="592" imgH="595" progId="TCLayout.ActiveDocument.1">
                  <p:embed/>
                  <p:pic>
                    <p:nvPicPr>
                      <p:cNvPr id="0" name=""/>
                      <p:cNvPicPr/>
                      <p:nvPr/>
                    </p:nvPicPr>
                    <p:blipFill>
                      <a:blip r:embed="rId10"/>
                      <a:stretch>
                        <a:fillRect/>
                      </a:stretch>
                    </p:blipFill>
                    <p:spPr>
                      <a:xfrm>
                        <a:off x="2119" y="1588"/>
                        <a:ext cx="2117" cy="1588"/>
                      </a:xfrm>
                      <a:prstGeom prst="rect">
                        <a:avLst/>
                      </a:prstGeom>
                    </p:spPr>
                  </p:pic>
                </p:oleObj>
              </mc:Fallback>
            </mc:AlternateContent>
          </a:graphicData>
        </a:graphic>
      </p:graphicFrame>
      <p:sp>
        <p:nvSpPr>
          <p:cNvPr id="4" name="正方形/長方形 3" hidden="1">
            <a:extLst>
              <a:ext uri="{FF2B5EF4-FFF2-40B4-BE49-F238E27FC236}">
                <a16:creationId xmlns:a16="http://schemas.microsoft.com/office/drawing/2014/main" id="{CA714621-1462-4A3C-BC13-055901280D61}"/>
              </a:ext>
            </a:extLst>
          </p:cNvPr>
          <p:cNvSpPr/>
          <p:nvPr userDrawn="1">
            <p:custDataLst>
              <p:tags r:id="rId8"/>
            </p:custDataLst>
          </p:nvPr>
        </p:nvSpPr>
        <p:spPr>
          <a:xfrm>
            <a:off x="1" y="0"/>
            <a:ext cx="211667"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ja-JP" altLang="en-US" sz="2000" b="0" i="0" baseline="0" dirty="0">
              <a:latin typeface="Noto Sans CJK JP Medium" panose="020B0600000000000000" pitchFamily="34" charset="-128"/>
              <a:ea typeface="Noto Sans CJK JP Medium" panose="020B0600000000000000" pitchFamily="34" charset="-128"/>
              <a:cs typeface="+mj-cs"/>
              <a:sym typeface="Noto Sans CJK JP Medium" panose="020B0600000000000000" pitchFamily="34" charset="-128"/>
            </a:endParaRPr>
          </a:p>
        </p:txBody>
      </p:sp>
      <p:sp>
        <p:nvSpPr>
          <p:cNvPr id="2" name="Title Placeholder 1"/>
          <p:cNvSpPr>
            <a:spLocks noGrp="1"/>
          </p:cNvSpPr>
          <p:nvPr>
            <p:ph type="title"/>
          </p:nvPr>
        </p:nvSpPr>
        <p:spPr>
          <a:xfrm>
            <a:off x="838200" y="205681"/>
            <a:ext cx="10515600" cy="653410"/>
          </a:xfrm>
          <a:prstGeom prst="rect">
            <a:avLst/>
          </a:prstGeom>
        </p:spPr>
        <p:txBody>
          <a:bodyPr vert="horz" lIns="91440" tIns="36000" rIns="91440" bIns="36000" rtlCol="0" anchor="b" anchorCtr="0">
            <a:no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38200" y="1702560"/>
            <a:ext cx="10515600" cy="4621400"/>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p:txBody>
      </p:sp>
    </p:spTree>
    <p:extLst>
      <p:ext uri="{BB962C8B-B14F-4D97-AF65-F5344CB8AC3E}">
        <p14:creationId xmlns:p14="http://schemas.microsoft.com/office/powerpoint/2010/main" val="2491923884"/>
      </p:ext>
    </p:extLst>
  </p:cSld>
  <p:clrMap bg1="lt1" tx1="dk1" bg2="lt2" tx2="dk2" accent1="accent1" accent2="accent2" accent3="accent3" accent4="accent4" accent5="accent5" accent6="accent6" hlink="hlink" folHlink="folHlink"/>
  <p:sldLayoutIdLst>
    <p:sldLayoutId id="2147483692" r:id="rId1"/>
    <p:sldLayoutId id="2147483689" r:id="rId2"/>
    <p:sldLayoutId id="2147483684" r:id="rId3"/>
    <p:sldLayoutId id="2147483680" r:id="rId4"/>
    <p:sldLayoutId id="2147483682" r:id="rId5"/>
  </p:sldLayoutIdLst>
  <p:hf sldNum="0" hdr="0" dt="0"/>
  <p:txStyles>
    <p:titleStyle>
      <a:lvl1pPr algn="l" defTabSz="914400" rtl="0" eaLnBrk="1" latinLnBrk="0" hangingPunct="1">
        <a:lnSpc>
          <a:spcPct val="90000"/>
        </a:lnSpc>
        <a:spcBef>
          <a:spcPct val="0"/>
        </a:spcBef>
        <a:buNone/>
        <a:defRPr kumimoji="1" sz="2000" b="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buFont typeface="Arial" panose="020B0604020202020204" pitchFamily="34" charset="0"/>
        <a:buNone/>
        <a:defRPr kumimoji="1" sz="1600" kern="1200">
          <a:solidFill>
            <a:schemeClr val="tx1"/>
          </a:solidFill>
          <a:latin typeface="+mn-lt"/>
          <a:ea typeface="+mn-ea"/>
          <a:cs typeface="+mn-cs"/>
        </a:defRPr>
      </a:lvl1pPr>
      <a:lvl2pPr marL="388938" indent="-157163" algn="l" defTabSz="914400" rtl="0" eaLnBrk="1" latinLnBrk="0" hangingPunct="1">
        <a:lnSpc>
          <a:spcPct val="100000"/>
        </a:lnSpc>
        <a:spcBef>
          <a:spcPts val="300"/>
        </a:spcBef>
        <a:buClrTx/>
        <a:buFont typeface="Arial" panose="020B0604020202020204" pitchFamily="34" charset="0"/>
        <a:buChar char="•"/>
        <a:defRPr kumimoji="1" sz="1600" kern="1200">
          <a:solidFill>
            <a:schemeClr val="tx1"/>
          </a:solidFill>
          <a:latin typeface="+mn-lt"/>
          <a:ea typeface="+mn-ea"/>
          <a:cs typeface="+mn-cs"/>
        </a:defRPr>
      </a:lvl2pPr>
      <a:lvl3pPr marL="825500" indent="-190500" algn="l" defTabSz="914400" rtl="0" eaLnBrk="1" latinLnBrk="0" hangingPunct="1">
        <a:lnSpc>
          <a:spcPct val="100000"/>
        </a:lnSpc>
        <a:spcBef>
          <a:spcPts val="300"/>
        </a:spcBef>
        <a:buClrTx/>
        <a:buFont typeface="Arial" panose="020B0604020202020204" pitchFamily="34" charset="0"/>
        <a:buChar char="•"/>
        <a:defRPr kumimoji="1" sz="1600" kern="1200">
          <a:solidFill>
            <a:schemeClr val="tx1"/>
          </a:solidFill>
          <a:latin typeface="+mn-lt"/>
          <a:ea typeface="+mn-ea"/>
          <a:cs typeface="+mn-cs"/>
        </a:defRPr>
      </a:lvl3pPr>
      <a:lvl4pPr marL="1069975" indent="0" algn="l" defTabSz="914400" rtl="0" eaLnBrk="1" latinLnBrk="0" hangingPunct="1">
        <a:lnSpc>
          <a:spcPct val="90000"/>
        </a:lnSpc>
        <a:spcBef>
          <a:spcPts val="300"/>
        </a:spcBef>
        <a:buClr>
          <a:srgbClr val="3F3F3F"/>
        </a:buClr>
        <a:buFont typeface="游ゴシック" panose="020B0400000000000000" pitchFamily="50" charset="-128"/>
        <a:buNone/>
        <a:defRPr kumimoji="1" sz="1600" kern="1200">
          <a:solidFill>
            <a:schemeClr val="tx1"/>
          </a:solidFill>
          <a:latin typeface="+mn-lt"/>
          <a:ea typeface="+mn-ea"/>
          <a:cs typeface="+mn-cs"/>
        </a:defRPr>
      </a:lvl4pPr>
      <a:lvl5pPr marL="1651000" indent="-182563" algn="l" defTabSz="914400" rtl="0" eaLnBrk="1" latinLnBrk="0" hangingPunct="1">
        <a:lnSpc>
          <a:spcPct val="90000"/>
        </a:lnSpc>
        <a:spcBef>
          <a:spcPts val="300"/>
        </a:spcBef>
        <a:buClr>
          <a:srgbClr val="3F3F3F"/>
        </a:buClr>
        <a:buFont typeface="游ゴシック" panose="020B0400000000000000" pitchFamily="50" charset="-128"/>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tags" Target="../tags/tag10.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tags" Target="../tags/tag11.xml"/><Relationship Id="rId4" Type="http://schemas.openxmlformats.org/officeDocument/2006/relationships/image" Target="../media/image9.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tags" Target="../tags/tag1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tags" Target="../tags/tag13.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tags" Target="../tags/tag15.xml"/><Relationship Id="rId5" Type="http://schemas.openxmlformats.org/officeDocument/2006/relationships/image" Target="../media/image12.png"/><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tags" Target="../tags/tag16.xml"/><Relationship Id="rId5" Type="http://schemas.openxmlformats.org/officeDocument/2006/relationships/image" Target="../media/image13.png"/><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oleObject" Target="../embeddings/oleObject16.bin"/><Relationship Id="rId7"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ags" Target="../tags/tag1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xml"/><Relationship Id="rId1" Type="http://schemas.openxmlformats.org/officeDocument/2006/relationships/tags" Target="../tags/tag19.xml"/><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tags" Target="../tags/tag20.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4.xml"/><Relationship Id="rId1" Type="http://schemas.openxmlformats.org/officeDocument/2006/relationships/tags" Target="../tags/tag2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20.bin"/><Relationship Id="rId7" Type="http://schemas.openxmlformats.org/officeDocument/2006/relationships/image" Target="../media/image24.png"/><Relationship Id="rId2" Type="http://schemas.openxmlformats.org/officeDocument/2006/relationships/slideLayout" Target="../slideLayouts/slideLayout4.xml"/><Relationship Id="rId1" Type="http://schemas.openxmlformats.org/officeDocument/2006/relationships/tags" Target="../tags/tag2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emf"/><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1.bin"/><Relationship Id="rId7" Type="http://schemas.openxmlformats.org/officeDocument/2006/relationships/image" Target="../media/image29.png"/><Relationship Id="rId2" Type="http://schemas.openxmlformats.org/officeDocument/2006/relationships/slideLayout" Target="../slideLayouts/slideLayout4.xml"/><Relationship Id="rId1" Type="http://schemas.openxmlformats.org/officeDocument/2006/relationships/tags" Target="../tags/tag2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E9BF4D4B-4372-4F1A-BDEB-478ADD29C9B6}"/>
              </a:ext>
            </a:extLst>
          </p:cNvPr>
          <p:cNvGraphicFramePr>
            <a:graphicFrameLocks noChangeAspect="1"/>
          </p:cNvGraphicFramePr>
          <p:nvPr>
            <p:custDataLst>
              <p:tags r:id="rId1"/>
            </p:custDataLst>
            <p:extLst>
              <p:ext uri="{D42A27DB-BD31-4B8C-83A1-F6EECF244321}">
                <p14:modId xmlns:p14="http://schemas.microsoft.com/office/powerpoint/2010/main" val="4119257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6" name="オブジェクト 5" hidden="1">
                        <a:extLst>
                          <a:ext uri="{FF2B5EF4-FFF2-40B4-BE49-F238E27FC236}">
                            <a16:creationId xmlns:a16="http://schemas.microsoft.com/office/drawing/2014/main" id="{E9BF4D4B-4372-4F1A-BDEB-478ADD29C9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764B2115-2340-418D-948B-7B5B29B647F7}"/>
              </a:ext>
            </a:extLst>
          </p:cNvPr>
          <p:cNvSpPr>
            <a:spLocks noGrp="1"/>
          </p:cNvSpPr>
          <p:nvPr>
            <p:ph type="ctrTitle"/>
          </p:nvPr>
        </p:nvSpPr>
        <p:spPr/>
        <p:txBody>
          <a:bodyPr vert="horz"/>
          <a:lstStyle/>
          <a:p>
            <a:r>
              <a:rPr lang="en-US" altLang="ja-JP" dirty="0"/>
              <a:t>JMDC</a:t>
            </a:r>
            <a:r>
              <a:rPr lang="ja-JP" altLang="en-US" dirty="0"/>
              <a:t>パワーポイント</a:t>
            </a:r>
            <a:br>
              <a:rPr lang="en-US" altLang="ja-JP" dirty="0"/>
            </a:br>
            <a:r>
              <a:rPr lang="ja-JP" altLang="en-US" dirty="0"/>
              <a:t>ルールブック</a:t>
            </a:r>
            <a:endParaRPr kumimoji="1" lang="ja-JP" altLang="en-US" dirty="0"/>
          </a:p>
        </p:txBody>
      </p:sp>
      <p:sp>
        <p:nvSpPr>
          <p:cNvPr id="3" name="字幕 2">
            <a:extLst>
              <a:ext uri="{FF2B5EF4-FFF2-40B4-BE49-F238E27FC236}">
                <a16:creationId xmlns:a16="http://schemas.microsoft.com/office/drawing/2014/main" id="{C63A2AA5-4A12-4690-A17D-EF40E6493DD9}"/>
              </a:ext>
            </a:extLst>
          </p:cNvPr>
          <p:cNvSpPr>
            <a:spLocks noGrp="1"/>
          </p:cNvSpPr>
          <p:nvPr>
            <p:ph type="subTitle" idx="1"/>
          </p:nvPr>
        </p:nvSpPr>
        <p:spPr/>
        <p:txBody>
          <a:bodyPr/>
          <a:lstStyle/>
          <a:p>
            <a:r>
              <a:rPr kumimoji="1" lang="ja-JP" altLang="en-US" dirty="0"/>
              <a:t>経営管理部</a:t>
            </a:r>
            <a:endParaRPr kumimoji="1" lang="en-US" altLang="ja-JP" dirty="0"/>
          </a:p>
        </p:txBody>
      </p:sp>
      <p:sp>
        <p:nvSpPr>
          <p:cNvPr id="4" name="テキスト プレースホルダー 3">
            <a:extLst>
              <a:ext uri="{FF2B5EF4-FFF2-40B4-BE49-F238E27FC236}">
                <a16:creationId xmlns:a16="http://schemas.microsoft.com/office/drawing/2014/main" id="{9B2D5D3E-C520-4241-B030-AC76728A7CC6}"/>
              </a:ext>
            </a:extLst>
          </p:cNvPr>
          <p:cNvSpPr>
            <a:spLocks noGrp="1"/>
          </p:cNvSpPr>
          <p:nvPr>
            <p:ph type="body" sz="quarter" idx="13"/>
          </p:nvPr>
        </p:nvSpPr>
        <p:spPr/>
        <p:txBody>
          <a:bodyPr/>
          <a:lstStyle/>
          <a:p>
            <a:r>
              <a:rPr kumimoji="1" lang="en-US" altLang="ja-JP" dirty="0"/>
              <a:t>2022</a:t>
            </a:r>
            <a:r>
              <a:rPr kumimoji="1" lang="ja-JP" altLang="en-US" dirty="0"/>
              <a:t>年</a:t>
            </a:r>
            <a:r>
              <a:rPr kumimoji="1" lang="en-US" altLang="ja-JP" dirty="0"/>
              <a:t>4</a:t>
            </a:r>
            <a:r>
              <a:rPr kumimoji="1" lang="ja-JP" altLang="en-US" dirty="0"/>
              <a:t>月</a:t>
            </a:r>
            <a:endParaRPr kumimoji="1" lang="en-US" altLang="ja-JP" dirty="0"/>
          </a:p>
        </p:txBody>
      </p:sp>
    </p:spTree>
    <p:extLst>
      <p:ext uri="{BB962C8B-B14F-4D97-AF65-F5344CB8AC3E}">
        <p14:creationId xmlns:p14="http://schemas.microsoft.com/office/powerpoint/2010/main" val="2377279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211217B9-859D-4DBB-A1D8-054FC4670584}"/>
              </a:ext>
            </a:extLst>
          </p:cNvPr>
          <p:cNvGraphicFramePr>
            <a:graphicFrameLocks noChangeAspect="1"/>
          </p:cNvGraphicFramePr>
          <p:nvPr>
            <p:custDataLst>
              <p:tags r:id="rId1"/>
            </p:custDataLst>
            <p:extLst>
              <p:ext uri="{D42A27DB-BD31-4B8C-83A1-F6EECF244321}">
                <p14:modId xmlns:p14="http://schemas.microsoft.com/office/powerpoint/2010/main" val="1608215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5" name="オブジェクト 4" hidden="1">
                        <a:extLst>
                          <a:ext uri="{FF2B5EF4-FFF2-40B4-BE49-F238E27FC236}">
                            <a16:creationId xmlns:a16="http://schemas.microsoft.com/office/drawing/2014/main" id="{211217B9-859D-4DBB-A1D8-054FC46705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697CAF44-9AB3-4104-8CFA-2D4527F2C47B}"/>
              </a:ext>
            </a:extLst>
          </p:cNvPr>
          <p:cNvSpPr>
            <a:spLocks noGrp="1"/>
          </p:cNvSpPr>
          <p:nvPr>
            <p:ph type="title"/>
          </p:nvPr>
        </p:nvSpPr>
        <p:spPr/>
        <p:txBody>
          <a:bodyPr vert="horz"/>
          <a:lstStyle/>
          <a:p>
            <a:r>
              <a:rPr lang="ja-JP" altLang="en-US" dirty="0"/>
              <a:t>目次</a:t>
            </a:r>
            <a:endParaRPr kumimoji="1" lang="ja-JP" altLang="en-US" dirty="0"/>
          </a:p>
        </p:txBody>
      </p:sp>
      <p:sp>
        <p:nvSpPr>
          <p:cNvPr id="3" name="テキスト プレースホルダー 2">
            <a:extLst>
              <a:ext uri="{FF2B5EF4-FFF2-40B4-BE49-F238E27FC236}">
                <a16:creationId xmlns:a16="http://schemas.microsoft.com/office/drawing/2014/main" id="{3141C040-13E2-4A0C-BF83-987F723052AD}"/>
              </a:ext>
            </a:extLst>
          </p:cNvPr>
          <p:cNvSpPr>
            <a:spLocks noGrp="1"/>
          </p:cNvSpPr>
          <p:nvPr>
            <p:ph type="body" sz="quarter" idx="11"/>
          </p:nvPr>
        </p:nvSpPr>
        <p:spPr/>
        <p:txBody>
          <a:bodyPr/>
          <a:lstStyle/>
          <a:p>
            <a:r>
              <a:rPr kumimoji="1" lang="ja-JP" altLang="en-US" dirty="0"/>
              <a:t>フォーマット変更の目的と原則</a:t>
            </a:r>
          </a:p>
          <a:p>
            <a:r>
              <a:rPr kumimoji="1" lang="ja-JP" altLang="en-US" dirty="0"/>
              <a:t>テンプレの使用ルール</a:t>
            </a:r>
          </a:p>
          <a:p>
            <a:r>
              <a:rPr kumimoji="1" lang="ja-JP" altLang="en-US" dirty="0"/>
              <a:t>素材集の使い方</a:t>
            </a:r>
          </a:p>
          <a:p>
            <a:r>
              <a:rPr kumimoji="1" lang="ja-JP" altLang="en-US" dirty="0"/>
              <a:t>フォーマット・素材集のデフォルト設定方法</a:t>
            </a:r>
          </a:p>
          <a:p>
            <a:endParaRPr kumimoji="1" lang="ja-JP" altLang="en-US" dirty="0"/>
          </a:p>
        </p:txBody>
      </p:sp>
    </p:spTree>
    <p:extLst>
      <p:ext uri="{BB962C8B-B14F-4D97-AF65-F5344CB8AC3E}">
        <p14:creationId xmlns:p14="http://schemas.microsoft.com/office/powerpoint/2010/main" val="2110677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EE1899F7-EEDE-4274-B855-5208BBCD3F95}"/>
              </a:ext>
            </a:extLst>
          </p:cNvPr>
          <p:cNvGraphicFramePr>
            <a:graphicFrameLocks noChangeAspect="1"/>
          </p:cNvGraphicFramePr>
          <p:nvPr>
            <p:custDataLst>
              <p:tags r:id="rId1"/>
            </p:custDataLst>
            <p:extLst>
              <p:ext uri="{D42A27DB-BD31-4B8C-83A1-F6EECF244321}">
                <p14:modId xmlns:p14="http://schemas.microsoft.com/office/powerpoint/2010/main" val="34387160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字幕 1">
            <a:extLst>
              <a:ext uri="{FF2B5EF4-FFF2-40B4-BE49-F238E27FC236}">
                <a16:creationId xmlns:a16="http://schemas.microsoft.com/office/drawing/2014/main" id="{946BF689-FADE-46A2-B8A1-44BB6EAA9AB9}"/>
              </a:ext>
            </a:extLst>
          </p:cNvPr>
          <p:cNvSpPr>
            <a:spLocks noGrp="1"/>
          </p:cNvSpPr>
          <p:nvPr>
            <p:ph type="subTitle" idx="1"/>
          </p:nvPr>
        </p:nvSpPr>
        <p:spPr/>
        <p:txBody>
          <a:bodyPr/>
          <a:lstStyle/>
          <a:p>
            <a:r>
              <a:rPr lang="en-US" altLang="ja-JP" dirty="0"/>
              <a:t>S</a:t>
            </a:r>
            <a:r>
              <a:rPr kumimoji="1" lang="en-US" altLang="ja-JP" dirty="0"/>
              <a:t>ection 1</a:t>
            </a:r>
            <a:endParaRPr kumimoji="1" lang="ja-JP" altLang="en-US" dirty="0"/>
          </a:p>
        </p:txBody>
      </p:sp>
      <p:sp>
        <p:nvSpPr>
          <p:cNvPr id="3" name="タイトル 2">
            <a:extLst>
              <a:ext uri="{FF2B5EF4-FFF2-40B4-BE49-F238E27FC236}">
                <a16:creationId xmlns:a16="http://schemas.microsoft.com/office/drawing/2014/main" id="{F2FEB794-E0D8-4D6D-A161-355EE46D3297}"/>
              </a:ext>
            </a:extLst>
          </p:cNvPr>
          <p:cNvSpPr>
            <a:spLocks noGrp="1"/>
          </p:cNvSpPr>
          <p:nvPr>
            <p:ph type="title"/>
          </p:nvPr>
        </p:nvSpPr>
        <p:spPr/>
        <p:txBody>
          <a:bodyPr vert="horz"/>
          <a:lstStyle/>
          <a:p>
            <a:r>
              <a:rPr kumimoji="1" lang="ja-JP" altLang="en-US" dirty="0"/>
              <a:t>フォーマット</a:t>
            </a:r>
            <a:r>
              <a:rPr lang="ja-JP" altLang="en-US" dirty="0"/>
              <a:t>変更</a:t>
            </a:r>
            <a:r>
              <a:rPr kumimoji="1" lang="ja-JP" altLang="en-US" dirty="0"/>
              <a:t>の目的</a:t>
            </a:r>
          </a:p>
        </p:txBody>
      </p:sp>
    </p:spTree>
    <p:extLst>
      <p:ext uri="{BB962C8B-B14F-4D97-AF65-F5344CB8AC3E}">
        <p14:creationId xmlns:p14="http://schemas.microsoft.com/office/powerpoint/2010/main" val="3981418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379DDE4-54CB-4DA9-BE3B-AA1EF0C084D0}"/>
              </a:ext>
            </a:extLst>
          </p:cNvPr>
          <p:cNvGraphicFramePr>
            <a:graphicFrameLocks noChangeAspect="1"/>
          </p:cNvGraphicFramePr>
          <p:nvPr>
            <p:custDataLst>
              <p:tags r:id="rId1"/>
            </p:custDataLst>
            <p:extLst>
              <p:ext uri="{D42A27DB-BD31-4B8C-83A1-F6EECF244321}">
                <p14:modId xmlns:p14="http://schemas.microsoft.com/office/powerpoint/2010/main" val="13466885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15" imgH="416" progId="TCLayout.ActiveDocument.1">
                  <p:embed/>
                </p:oleObj>
              </mc:Choice>
              <mc:Fallback>
                <p:oleObj name="think-cellスライド" r:id="rId3" imgW="415" imgH="416" progId="TCLayout.ActiveDocument.1">
                  <p:embed/>
                  <p:pic>
                    <p:nvPicPr>
                      <p:cNvPr id="6" name="オブジェクト 5" hidden="1">
                        <a:extLst>
                          <a:ext uri="{FF2B5EF4-FFF2-40B4-BE49-F238E27FC236}">
                            <a16:creationId xmlns:a16="http://schemas.microsoft.com/office/drawing/2014/main" id="{F379DDE4-54CB-4DA9-BE3B-AA1EF0C084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BC909073-07C8-49C2-82E8-EB28E9E5CDA5}"/>
              </a:ext>
            </a:extLst>
          </p:cNvPr>
          <p:cNvSpPr>
            <a:spLocks noGrp="1"/>
          </p:cNvSpPr>
          <p:nvPr>
            <p:ph type="title"/>
          </p:nvPr>
        </p:nvSpPr>
        <p:spPr/>
        <p:txBody>
          <a:bodyPr vert="horz"/>
          <a:lstStyle/>
          <a:p>
            <a:r>
              <a:rPr lang="ja-JP" altLang="ja-JP" dirty="0">
                <a:solidFill>
                  <a:srgbClr val="2D2D2D"/>
                </a:solidFill>
                <a:ea typeface="Noto Sans CJK JP Regular" panose="020B0500000000000000"/>
                <a:cs typeface="+mn-cs"/>
              </a:rPr>
              <a:t>フォーマット変更の目的</a:t>
            </a:r>
            <a:r>
              <a:rPr lang="ja-JP" altLang="en-US" dirty="0">
                <a:solidFill>
                  <a:srgbClr val="2D2D2D"/>
                </a:solidFill>
                <a:ea typeface="Noto Sans CJK JP Regular" panose="020B0500000000000000"/>
                <a:cs typeface="+mn-cs"/>
              </a:rPr>
              <a:t>と原則（</a:t>
            </a:r>
            <a:r>
              <a:rPr lang="en-US" altLang="ja-JP" dirty="0">
                <a:solidFill>
                  <a:srgbClr val="2D2D2D"/>
                </a:solidFill>
                <a:ea typeface="Noto Sans CJK JP Regular" panose="020B0500000000000000"/>
                <a:cs typeface="+mn-cs"/>
              </a:rPr>
              <a:t>1/2</a:t>
            </a:r>
            <a:r>
              <a:rPr lang="ja-JP" altLang="en-US" dirty="0">
                <a:solidFill>
                  <a:srgbClr val="2D2D2D"/>
                </a:solidFill>
                <a:ea typeface="Noto Sans CJK JP Regular" panose="020B0500000000000000"/>
                <a:cs typeface="+mn-cs"/>
              </a:rPr>
              <a:t>）</a:t>
            </a:r>
          </a:p>
        </p:txBody>
      </p:sp>
      <p:sp>
        <p:nvSpPr>
          <p:cNvPr id="3" name="コンテンツ プレースホルダー 2">
            <a:extLst>
              <a:ext uri="{FF2B5EF4-FFF2-40B4-BE49-F238E27FC236}">
                <a16:creationId xmlns:a16="http://schemas.microsoft.com/office/drawing/2014/main" id="{44244EB7-053E-46D4-B65F-3E44AB28F8B5}"/>
              </a:ext>
            </a:extLst>
          </p:cNvPr>
          <p:cNvSpPr>
            <a:spLocks noGrp="1"/>
          </p:cNvSpPr>
          <p:nvPr>
            <p:ph idx="1"/>
          </p:nvPr>
        </p:nvSpPr>
        <p:spPr/>
        <p:txBody>
          <a:bodyPr/>
          <a:lstStyle/>
          <a:p>
            <a:pPr>
              <a:lnSpc>
                <a:spcPct val="110000"/>
              </a:lnSpc>
            </a:pPr>
            <a:r>
              <a:rPr lang="en-US" altLang="ja-JP" dirty="0"/>
              <a:t>【</a:t>
            </a:r>
            <a:r>
              <a:rPr lang="ja-JP" altLang="en-US" dirty="0"/>
              <a:t>背景</a:t>
            </a:r>
            <a:r>
              <a:rPr lang="en-US" altLang="ja-JP" dirty="0"/>
              <a:t>】</a:t>
            </a:r>
            <a:endParaRPr kumimoji="1" lang="en-US" altLang="ja-JP" dirty="0"/>
          </a:p>
          <a:p>
            <a:pPr marL="673100" indent="-285750">
              <a:lnSpc>
                <a:spcPct val="110000"/>
              </a:lnSpc>
              <a:buFont typeface="Arial" panose="020B0604020202020204" pitchFamily="34" charset="0"/>
              <a:buChar char="•"/>
            </a:pPr>
            <a:r>
              <a:rPr kumimoji="1" lang="ja-JP" altLang="en-US" dirty="0"/>
              <a:t>従来のフォーマットは紙の印刷が前提となる</a:t>
            </a:r>
            <a:r>
              <a:rPr kumimoji="1" lang="en-US" altLang="ja-JP" dirty="0"/>
              <a:t>4</a:t>
            </a:r>
            <a:r>
              <a:rPr kumimoji="1" lang="ja-JP" altLang="en-US" dirty="0"/>
              <a:t>：</a:t>
            </a:r>
            <a:r>
              <a:rPr kumimoji="1" lang="en-US" altLang="ja-JP" dirty="0"/>
              <a:t>3</a:t>
            </a:r>
            <a:r>
              <a:rPr kumimoji="1" lang="ja-JP" altLang="en-US" dirty="0"/>
              <a:t>が原則でしたが、コロナ禍を経てオンライン会議の割合が増え、</a:t>
            </a:r>
            <a:r>
              <a:rPr kumimoji="1" lang="en-US" altLang="ja-JP" dirty="0"/>
              <a:t>16</a:t>
            </a:r>
            <a:r>
              <a:rPr kumimoji="1" lang="ja-JP" altLang="en-US" dirty="0"/>
              <a:t>：</a:t>
            </a:r>
            <a:r>
              <a:rPr kumimoji="1" lang="en-US" altLang="ja-JP" dirty="0"/>
              <a:t>9</a:t>
            </a:r>
            <a:r>
              <a:rPr kumimoji="1" lang="ja-JP" altLang="en-US" dirty="0"/>
              <a:t>を原則とする企業が大幅に増加しました</a:t>
            </a:r>
            <a:endParaRPr kumimoji="1" lang="en-US" altLang="ja-JP" dirty="0"/>
          </a:p>
          <a:p>
            <a:pPr marL="673100" indent="-285750">
              <a:lnSpc>
                <a:spcPct val="110000"/>
              </a:lnSpc>
              <a:buFont typeface="Arial" panose="020B0604020202020204" pitchFamily="34" charset="0"/>
              <a:buChar char="•"/>
            </a:pPr>
            <a:r>
              <a:rPr lang="ja-JP" altLang="en-US" dirty="0"/>
              <a:t>またスライドデザインにおけるトレンドは速いサイクルで変わっていきます。</a:t>
            </a:r>
            <a:r>
              <a:rPr lang="en-US" altLang="ja-JP" dirty="0"/>
              <a:t>JMDC</a:t>
            </a:r>
            <a:r>
              <a:rPr lang="ja-JP" altLang="en-US" dirty="0"/>
              <a:t>も、最新のテック企業としての名を損ねぬよう、比率だけでなくデザイン自体もアップデートも図ることとしました</a:t>
            </a:r>
            <a:endParaRPr lang="en-US" altLang="ja-JP" dirty="0"/>
          </a:p>
          <a:p>
            <a:pPr marL="673100" indent="-285750">
              <a:lnSpc>
                <a:spcPct val="110000"/>
              </a:lnSpc>
              <a:buFont typeface="Arial" panose="020B0604020202020204" pitchFamily="34" charset="0"/>
              <a:buChar char="•"/>
            </a:pPr>
            <a:r>
              <a:rPr kumimoji="1" lang="ja-JP" altLang="en-US" dirty="0"/>
              <a:t>テンプレ更新に際しては</a:t>
            </a:r>
            <a:r>
              <a:rPr lang="ja-JP" altLang="en-US" dirty="0"/>
              <a:t>現状の</a:t>
            </a:r>
            <a:r>
              <a:rPr lang="en-US" altLang="ja-JP" dirty="0"/>
              <a:t>IR</a:t>
            </a:r>
            <a:r>
              <a:rPr lang="ja-JP" altLang="en-US" dirty="0"/>
              <a:t>資料のマスタを参考にしつつ、よりバリアフリーで、現場の資料作成作業に馴染みやすいように細部を変更しています</a:t>
            </a:r>
            <a:endParaRPr lang="en-US" altLang="ja-JP" dirty="0"/>
          </a:p>
          <a:p>
            <a:pPr marL="285750" indent="-285750">
              <a:lnSpc>
                <a:spcPct val="110000"/>
              </a:lnSpc>
              <a:buFont typeface="Arial" panose="020B0604020202020204" pitchFamily="34" charset="0"/>
              <a:buChar char="•"/>
            </a:pPr>
            <a:endParaRPr kumimoji="1" lang="en-US" altLang="ja-JP" dirty="0"/>
          </a:p>
          <a:p>
            <a:pPr>
              <a:lnSpc>
                <a:spcPct val="110000"/>
              </a:lnSpc>
            </a:pPr>
            <a:r>
              <a:rPr lang="en-US" altLang="ja-JP" dirty="0"/>
              <a:t>【</a:t>
            </a:r>
            <a:r>
              <a:rPr lang="ja-JP" altLang="en-US" dirty="0"/>
              <a:t>今後の原則</a:t>
            </a:r>
            <a:r>
              <a:rPr lang="en-US" altLang="ja-JP" dirty="0"/>
              <a:t>】</a:t>
            </a:r>
          </a:p>
          <a:p>
            <a:pPr marL="673100" indent="-285750">
              <a:lnSpc>
                <a:spcPct val="110000"/>
              </a:lnSpc>
              <a:buFont typeface="Arial" panose="020B0604020202020204" pitchFamily="34" charset="0"/>
              <a:buChar char="•"/>
            </a:pPr>
            <a:r>
              <a:rPr lang="ja-JP" altLang="en-US" dirty="0"/>
              <a:t>オンライン会議が主流となってきていることを受けて、今回より下記の原則を設けます</a:t>
            </a:r>
            <a:endParaRPr lang="en-US" altLang="ja-JP" dirty="0"/>
          </a:p>
          <a:p>
            <a:pPr marL="1219200" lvl="1" indent="-285750">
              <a:lnSpc>
                <a:spcPct val="110000"/>
              </a:lnSpc>
            </a:pPr>
            <a:r>
              <a:rPr lang="ja-JP" altLang="en-US" u="sng" dirty="0"/>
              <a:t>全社的な基本フォーマットは</a:t>
            </a:r>
            <a:r>
              <a:rPr lang="en-US" altLang="ja-JP" b="1" u="sng" dirty="0"/>
              <a:t>【16</a:t>
            </a:r>
            <a:r>
              <a:rPr lang="ja-JP" altLang="en-US" b="1" u="sng" dirty="0"/>
              <a:t>：</a:t>
            </a:r>
            <a:r>
              <a:rPr lang="en-US" altLang="ja-JP" b="1" u="sng" dirty="0"/>
              <a:t>9】</a:t>
            </a:r>
            <a:r>
              <a:rPr lang="ja-JP" altLang="en-US" u="sng" dirty="0"/>
              <a:t>とします</a:t>
            </a:r>
            <a:endParaRPr lang="en-US" altLang="ja-JP" u="sng" dirty="0"/>
          </a:p>
          <a:p>
            <a:pPr marL="1219200" lvl="1" indent="-285750">
              <a:lnSpc>
                <a:spcPct val="110000"/>
              </a:lnSpc>
            </a:pPr>
            <a:r>
              <a:rPr lang="ja-JP" altLang="en-US" dirty="0"/>
              <a:t>ただし印刷前提の資料に限り、</a:t>
            </a:r>
            <a:r>
              <a:rPr lang="en-US" altLang="ja-JP" dirty="0"/>
              <a:t>【4</a:t>
            </a:r>
            <a:r>
              <a:rPr lang="ja-JP" altLang="en-US" dirty="0"/>
              <a:t>：</a:t>
            </a:r>
            <a:r>
              <a:rPr lang="en-US" altLang="ja-JP" dirty="0"/>
              <a:t>3】</a:t>
            </a:r>
            <a:r>
              <a:rPr lang="ja-JP" altLang="en-US" dirty="0"/>
              <a:t>も使用可能です</a:t>
            </a:r>
            <a:endParaRPr lang="en-US" altLang="ja-JP" dirty="0"/>
          </a:p>
          <a:p>
            <a:pPr marL="1219200" lvl="1" indent="-285750">
              <a:lnSpc>
                <a:spcPct val="110000"/>
              </a:lnSpc>
            </a:pPr>
            <a:r>
              <a:rPr lang="en-US" altLang="ja-JP" dirty="0"/>
              <a:t>2022</a:t>
            </a:r>
            <a:r>
              <a:rPr lang="ja-JP" altLang="en-US" dirty="0"/>
              <a:t>年</a:t>
            </a:r>
            <a:r>
              <a:rPr lang="en-US" altLang="ja-JP" dirty="0"/>
              <a:t>5</a:t>
            </a:r>
            <a:r>
              <a:rPr lang="ja-JP" altLang="en-US" dirty="0"/>
              <a:t>月以降、旧バージョンの</a:t>
            </a:r>
            <a:r>
              <a:rPr lang="en-US" altLang="ja-JP" dirty="0"/>
              <a:t>【16</a:t>
            </a:r>
            <a:r>
              <a:rPr lang="ja-JP" altLang="en-US" dirty="0"/>
              <a:t>：</a:t>
            </a:r>
            <a:r>
              <a:rPr lang="en-US" altLang="ja-JP" dirty="0"/>
              <a:t>9】</a:t>
            </a:r>
            <a:r>
              <a:rPr lang="ja-JP" altLang="en-US" dirty="0"/>
              <a:t>、</a:t>
            </a:r>
            <a:r>
              <a:rPr lang="en-US" altLang="ja-JP" dirty="0"/>
              <a:t>【4</a:t>
            </a:r>
            <a:r>
              <a:rPr lang="ja-JP" altLang="en-US" dirty="0"/>
              <a:t>：</a:t>
            </a:r>
            <a:r>
              <a:rPr lang="en-US" altLang="ja-JP" dirty="0"/>
              <a:t>3】</a:t>
            </a:r>
            <a:r>
              <a:rPr lang="ja-JP" altLang="en-US" dirty="0"/>
              <a:t>での新規作成は禁止とします</a:t>
            </a:r>
            <a:endParaRPr lang="en-US" altLang="ja-JP" dirty="0"/>
          </a:p>
        </p:txBody>
      </p:sp>
      <p:sp>
        <p:nvSpPr>
          <p:cNvPr id="4" name="テキスト プレースホルダー 3">
            <a:extLst>
              <a:ext uri="{FF2B5EF4-FFF2-40B4-BE49-F238E27FC236}">
                <a16:creationId xmlns:a16="http://schemas.microsoft.com/office/drawing/2014/main" id="{6108A324-F9B2-4D44-98D7-589062A6376C}"/>
              </a:ext>
            </a:extLst>
          </p:cNvPr>
          <p:cNvSpPr>
            <a:spLocks noGrp="1"/>
          </p:cNvSpPr>
          <p:nvPr>
            <p:ph type="body" sz="quarter" idx="13"/>
          </p:nvPr>
        </p:nvSpPr>
        <p:spPr/>
        <p:txBody>
          <a:bodyPr/>
          <a:lstStyle/>
          <a:p>
            <a:r>
              <a:rPr lang="ja-JP" altLang="en-US" dirty="0"/>
              <a:t>最新のトレンドを取り入れ、バリアフリーを意識することで、「最新技術を持つ信頼に足る企業」とのブランドイメージを高めることを目的に、全社のパワーポイントフォーマットを更新します。</a:t>
            </a:r>
            <a:endParaRPr lang="en-US" altLang="ja-JP" dirty="0"/>
          </a:p>
        </p:txBody>
      </p:sp>
    </p:spTree>
    <p:extLst>
      <p:ext uri="{BB962C8B-B14F-4D97-AF65-F5344CB8AC3E}">
        <p14:creationId xmlns:p14="http://schemas.microsoft.com/office/powerpoint/2010/main" val="1105014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FB817338-8877-490B-9E6C-5E5590301004}"/>
              </a:ext>
            </a:extLst>
          </p:cNvPr>
          <p:cNvGraphicFramePr>
            <a:graphicFrameLocks noChangeAspect="1"/>
          </p:cNvGraphicFramePr>
          <p:nvPr>
            <p:custDataLst>
              <p:tags r:id="rId1"/>
            </p:custDataLst>
            <p:extLst>
              <p:ext uri="{D42A27DB-BD31-4B8C-83A1-F6EECF244321}">
                <p14:modId xmlns:p14="http://schemas.microsoft.com/office/powerpoint/2010/main" val="1426725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8EB36C9-48E8-4914-B79C-1CCB9680D6B1}"/>
              </a:ext>
            </a:extLst>
          </p:cNvPr>
          <p:cNvSpPr>
            <a:spLocks noGrp="1"/>
          </p:cNvSpPr>
          <p:nvPr>
            <p:ph type="title"/>
          </p:nvPr>
        </p:nvSpPr>
        <p:spPr/>
        <p:txBody>
          <a:bodyPr vert="horz"/>
          <a:lstStyle/>
          <a:p>
            <a:r>
              <a:rPr kumimoji="1" lang="ja-JP" altLang="ja-JP" sz="2000" kern="1200" dirty="0">
                <a:solidFill>
                  <a:srgbClr val="2D2D2D"/>
                </a:solidFill>
                <a:effectLst/>
                <a:latin typeface="Noto Sans CJK JP Regular" panose="020B0500000000000000"/>
                <a:ea typeface="Noto Sans CJK JP Regular" panose="020B0500000000000000"/>
                <a:cs typeface="+mn-cs"/>
              </a:rPr>
              <a:t>フォーマット変更の目的</a:t>
            </a:r>
            <a:r>
              <a:rPr kumimoji="1" lang="ja-JP" altLang="en-US" sz="2000" kern="1200" dirty="0">
                <a:solidFill>
                  <a:srgbClr val="2D2D2D"/>
                </a:solidFill>
                <a:effectLst/>
                <a:latin typeface="Noto Sans CJK JP Regular" panose="020B0500000000000000"/>
                <a:ea typeface="Noto Sans CJK JP Regular" panose="020B0500000000000000"/>
                <a:cs typeface="+mn-cs"/>
              </a:rPr>
              <a:t>と原則（</a:t>
            </a:r>
            <a:r>
              <a:rPr lang="en-US" altLang="ja-JP" dirty="0">
                <a:solidFill>
                  <a:srgbClr val="2D2D2D"/>
                </a:solidFill>
                <a:latin typeface="Noto Sans CJK JP Regular" panose="020B0500000000000000"/>
                <a:ea typeface="Noto Sans CJK JP Regular" panose="020B0500000000000000"/>
                <a:cs typeface="+mn-cs"/>
              </a:rPr>
              <a:t>2</a:t>
            </a:r>
            <a:r>
              <a:rPr kumimoji="1" lang="en-US" altLang="ja-JP" sz="2000" kern="1200" dirty="0">
                <a:solidFill>
                  <a:srgbClr val="2D2D2D"/>
                </a:solidFill>
                <a:effectLst/>
                <a:latin typeface="Noto Sans CJK JP Regular" panose="020B0500000000000000"/>
                <a:ea typeface="Noto Sans CJK JP Regular" panose="020B0500000000000000"/>
                <a:cs typeface="+mn-cs"/>
              </a:rPr>
              <a:t>/2</a:t>
            </a:r>
            <a:r>
              <a:rPr kumimoji="1" lang="ja-JP" altLang="en-US" sz="2000" kern="1200" dirty="0">
                <a:solidFill>
                  <a:srgbClr val="2D2D2D"/>
                </a:solidFill>
                <a:effectLst/>
                <a:latin typeface="Noto Sans CJK JP Regular" panose="020B0500000000000000"/>
                <a:ea typeface="Noto Sans CJK JP Regular" panose="020B0500000000000000"/>
                <a:cs typeface="+mn-cs"/>
              </a:rPr>
              <a:t>）</a:t>
            </a:r>
            <a:endParaRPr kumimoji="1" lang="ja-JP" altLang="en-US" dirty="0"/>
          </a:p>
        </p:txBody>
      </p:sp>
      <p:sp>
        <p:nvSpPr>
          <p:cNvPr id="6" name="コンテンツ プレースホルダー 5">
            <a:extLst>
              <a:ext uri="{FF2B5EF4-FFF2-40B4-BE49-F238E27FC236}">
                <a16:creationId xmlns:a16="http://schemas.microsoft.com/office/drawing/2014/main" id="{6C0AB2C0-6D46-43D8-957D-8E352880F8C3}"/>
              </a:ext>
            </a:extLst>
          </p:cNvPr>
          <p:cNvSpPr>
            <a:spLocks noGrp="1"/>
          </p:cNvSpPr>
          <p:nvPr>
            <p:ph idx="1"/>
          </p:nvPr>
        </p:nvSpPr>
        <p:spPr/>
        <p:txBody>
          <a:bodyPr/>
          <a:lstStyle/>
          <a:p>
            <a:pPr marL="342900" indent="-342900">
              <a:lnSpc>
                <a:spcPct val="110000"/>
              </a:lnSpc>
              <a:buFont typeface="+mj-lt"/>
              <a:buAutoNum type="arabicPeriod"/>
            </a:pPr>
            <a:r>
              <a:rPr kumimoji="1" lang="ja-JP" altLang="en-US" dirty="0"/>
              <a:t>そもそものフォーマット設定の目的 </a:t>
            </a:r>
            <a:r>
              <a:rPr kumimoji="1" lang="en-US" altLang="ja-JP" dirty="0"/>
              <a:t>(</a:t>
            </a:r>
            <a:r>
              <a:rPr kumimoji="1" lang="ja-JP" altLang="en-US" dirty="0"/>
              <a:t>前回のフォーマットと同様</a:t>
            </a:r>
            <a:r>
              <a:rPr kumimoji="1" lang="en-US" altLang="ja-JP" dirty="0"/>
              <a:t>)</a:t>
            </a:r>
          </a:p>
          <a:p>
            <a:pPr lvl="1" indent="0">
              <a:lnSpc>
                <a:spcPct val="110000"/>
              </a:lnSpc>
              <a:buNone/>
            </a:pPr>
            <a:r>
              <a:rPr lang="ja-JP" altLang="ja-JP" dirty="0"/>
              <a:t>従来、個々人がオリジナルのフォーマットで作成していた</a:t>
            </a:r>
            <a:r>
              <a:rPr lang="en-US" altLang="ja-JP" dirty="0"/>
              <a:t>PPT</a:t>
            </a:r>
            <a:r>
              <a:rPr lang="ja-JP" altLang="ja-JP" dirty="0"/>
              <a:t>資料の統一化・ルール化を図ることで、</a:t>
            </a:r>
          </a:p>
          <a:p>
            <a:pPr marL="863600" lvl="1" indent="-285750">
              <a:lnSpc>
                <a:spcPct val="110000"/>
              </a:lnSpc>
            </a:pPr>
            <a:r>
              <a:rPr lang="ja-JP" altLang="ja-JP" dirty="0"/>
              <a:t>対外的に統一感のあるブランドイメージを作る</a:t>
            </a:r>
          </a:p>
          <a:p>
            <a:pPr marL="863600" lvl="1" indent="-285750">
              <a:lnSpc>
                <a:spcPct val="110000"/>
              </a:lnSpc>
            </a:pPr>
            <a:r>
              <a:rPr lang="ja-JP" altLang="ja-JP" dirty="0"/>
              <a:t>ベースのルールを守</a:t>
            </a:r>
            <a:r>
              <a:rPr lang="ja-JP" altLang="en-US" dirty="0"/>
              <a:t>る</a:t>
            </a:r>
            <a:r>
              <a:rPr lang="ja-JP" altLang="ja-JP" dirty="0"/>
              <a:t>ことで、</a:t>
            </a:r>
            <a:r>
              <a:rPr lang="ja-JP" altLang="en-US" dirty="0"/>
              <a:t>誰でも簡単に分かりやすい</a:t>
            </a:r>
            <a:r>
              <a:rPr lang="ja-JP" altLang="ja-JP" dirty="0"/>
              <a:t>パワーポイントを</a:t>
            </a:r>
            <a:r>
              <a:rPr lang="ja-JP" altLang="en-US" dirty="0"/>
              <a:t>作成できるようにする</a:t>
            </a:r>
            <a:endParaRPr lang="en-US" altLang="ja-JP" sz="1100" dirty="0"/>
          </a:p>
          <a:p>
            <a:pPr marL="863600" lvl="1" indent="-285750">
              <a:lnSpc>
                <a:spcPct val="110000"/>
              </a:lnSpc>
            </a:pPr>
            <a:r>
              <a:rPr lang="ja-JP" altLang="ja-JP" dirty="0"/>
              <a:t>社内での資料共有</a:t>
            </a:r>
            <a:r>
              <a:rPr lang="ja-JP" altLang="en-US" dirty="0"/>
              <a:t>を容易</a:t>
            </a:r>
            <a:r>
              <a:rPr lang="ja-JP" altLang="ja-JP" dirty="0"/>
              <a:t>にする</a:t>
            </a:r>
          </a:p>
          <a:p>
            <a:pPr marL="228600" indent="-228600">
              <a:lnSpc>
                <a:spcPct val="110000"/>
              </a:lnSpc>
              <a:buFont typeface="+mj-lt"/>
              <a:buAutoNum type="arabicPeriod"/>
            </a:pPr>
            <a:endParaRPr lang="en-US" altLang="ja-JP" sz="1100" dirty="0"/>
          </a:p>
          <a:p>
            <a:pPr marL="342900" indent="-342900">
              <a:lnSpc>
                <a:spcPct val="110000"/>
              </a:lnSpc>
              <a:buFont typeface="+mj-lt"/>
              <a:buAutoNum type="arabicPeriod"/>
            </a:pPr>
            <a:r>
              <a:rPr kumimoji="1" lang="ja-JP" altLang="en-US" dirty="0"/>
              <a:t>フォーマットの適用範囲</a:t>
            </a:r>
            <a:endParaRPr kumimoji="1" lang="en-US" altLang="ja-JP" dirty="0"/>
          </a:p>
          <a:p>
            <a:pPr marL="863600" lvl="1" indent="-285750">
              <a:lnSpc>
                <a:spcPct val="110000"/>
              </a:lnSpc>
            </a:pPr>
            <a:r>
              <a:rPr lang="ja-JP" altLang="ja-JP" dirty="0"/>
              <a:t>社内</a:t>
            </a:r>
            <a:r>
              <a:rPr lang="ja-JP" altLang="en-US" dirty="0"/>
              <a:t>外</a:t>
            </a:r>
            <a:r>
              <a:rPr lang="ja-JP" altLang="ja-JP" dirty="0"/>
              <a:t>向け提案</a:t>
            </a:r>
            <a:r>
              <a:rPr lang="ja-JP" altLang="en-US" dirty="0"/>
              <a:t>・相談</a:t>
            </a:r>
            <a:r>
              <a:rPr lang="ja-JP" altLang="ja-JP" dirty="0"/>
              <a:t>資料</a:t>
            </a:r>
            <a:r>
              <a:rPr lang="ja-JP" altLang="en-US" dirty="0"/>
              <a:t>、</a:t>
            </a:r>
            <a:r>
              <a:rPr lang="ja-JP" altLang="ja-JP" dirty="0"/>
              <a:t>分析の納品レポートなどは、今回のフォーマットで作成する</a:t>
            </a:r>
          </a:p>
          <a:p>
            <a:pPr marL="863600" lvl="1" indent="-285750">
              <a:lnSpc>
                <a:spcPct val="110000"/>
              </a:lnSpc>
            </a:pPr>
            <a:r>
              <a:rPr lang="ja-JP" altLang="ja-JP" dirty="0"/>
              <a:t>社外向けのセミナーなど</a:t>
            </a:r>
            <a:r>
              <a:rPr lang="ja-JP" altLang="en-US" dirty="0"/>
              <a:t>、</a:t>
            </a:r>
            <a:r>
              <a:rPr lang="ja-JP" altLang="ja-JP" dirty="0"/>
              <a:t>よりインパクトが必要となるプレゼンでは一定の例外を</a:t>
            </a:r>
            <a:r>
              <a:rPr lang="ja-JP" altLang="en-US" dirty="0"/>
              <a:t>許容する</a:t>
            </a:r>
            <a:br>
              <a:rPr lang="en-US" altLang="ja-JP" dirty="0"/>
            </a:br>
            <a:r>
              <a:rPr lang="en-US" altLang="ja-JP" dirty="0"/>
              <a:t>(</a:t>
            </a:r>
            <a:r>
              <a:rPr lang="ja-JP" altLang="ja-JP" dirty="0"/>
              <a:t>ただし、</a:t>
            </a:r>
            <a:r>
              <a:rPr lang="ja-JP" altLang="en-US" dirty="0"/>
              <a:t>効率性確保のために、</a:t>
            </a:r>
            <a:r>
              <a:rPr lang="ja-JP" altLang="ja-JP" dirty="0"/>
              <a:t>作成したコンテンツ</a:t>
            </a:r>
            <a:r>
              <a:rPr lang="ja-JP" altLang="en-US" dirty="0"/>
              <a:t>を別の場で</a:t>
            </a:r>
            <a:r>
              <a:rPr lang="ja-JP" altLang="ja-JP" dirty="0"/>
              <a:t>再利用できるよう</a:t>
            </a:r>
            <a:r>
              <a:rPr lang="ja-JP" altLang="en-US" dirty="0"/>
              <a:t>な</a:t>
            </a:r>
            <a:r>
              <a:rPr lang="ja-JP" altLang="ja-JP" dirty="0"/>
              <a:t>配慮</a:t>
            </a:r>
            <a:r>
              <a:rPr lang="ja-JP" altLang="en-US" dirty="0"/>
              <a:t>は行う</a:t>
            </a:r>
            <a:r>
              <a:rPr lang="en-US" altLang="ja-JP" dirty="0"/>
              <a:t>)</a:t>
            </a:r>
            <a:endParaRPr lang="ja-JP" altLang="ja-JP" dirty="0"/>
          </a:p>
          <a:p>
            <a:pPr marL="342900" indent="-342900">
              <a:lnSpc>
                <a:spcPct val="110000"/>
              </a:lnSpc>
              <a:buFont typeface="+mj-lt"/>
              <a:buAutoNum type="arabicPeriod"/>
            </a:pPr>
            <a:endParaRPr kumimoji="1" lang="en-US" altLang="ja-JP" dirty="0"/>
          </a:p>
          <a:p>
            <a:pPr marL="342900" indent="-342900">
              <a:lnSpc>
                <a:spcPct val="110000"/>
              </a:lnSpc>
              <a:buFont typeface="+mj-lt"/>
              <a:buAutoNum type="arabicPeriod"/>
            </a:pPr>
            <a:r>
              <a:rPr kumimoji="1" lang="ja-JP" altLang="en-US" dirty="0"/>
              <a:t>フォーマットのコンセプト</a:t>
            </a:r>
            <a:endParaRPr kumimoji="1" lang="en-US" altLang="ja-JP" dirty="0"/>
          </a:p>
          <a:p>
            <a:pPr marL="863600" lvl="1" indent="-285750">
              <a:lnSpc>
                <a:spcPct val="110000"/>
              </a:lnSpc>
            </a:pPr>
            <a:r>
              <a:rPr lang="ja-JP" altLang="en-US" dirty="0"/>
              <a:t>受け手の理解促進のため、無用なノイズを排除したシンプルなフォーマットとする</a:t>
            </a:r>
          </a:p>
          <a:p>
            <a:pPr>
              <a:lnSpc>
                <a:spcPct val="110000"/>
              </a:lnSpc>
            </a:pPr>
            <a:endParaRPr lang="ja-JP" altLang="en-US" dirty="0"/>
          </a:p>
        </p:txBody>
      </p:sp>
      <p:sp>
        <p:nvSpPr>
          <p:cNvPr id="7" name="テキスト プレースホルダー 6">
            <a:extLst>
              <a:ext uri="{FF2B5EF4-FFF2-40B4-BE49-F238E27FC236}">
                <a16:creationId xmlns:a16="http://schemas.microsoft.com/office/drawing/2014/main" id="{C95C0418-59F9-4136-A35B-CAB1CF3D3C2A}"/>
              </a:ext>
            </a:extLst>
          </p:cNvPr>
          <p:cNvSpPr>
            <a:spLocks noGrp="1"/>
          </p:cNvSpPr>
          <p:nvPr>
            <p:ph type="body" sz="quarter" idx="13"/>
          </p:nvPr>
        </p:nvSpPr>
        <p:spPr/>
        <p:txBody>
          <a:bodyPr/>
          <a:lstStyle/>
          <a:p>
            <a:r>
              <a:rPr lang="ja-JP" altLang="en-US" dirty="0"/>
              <a:t>そもそものフォーマット設定の目的や適用範囲に関しては、従来のフォーマットの時と同様です。</a:t>
            </a:r>
          </a:p>
        </p:txBody>
      </p:sp>
    </p:spTree>
    <p:extLst>
      <p:ext uri="{BB962C8B-B14F-4D97-AF65-F5344CB8AC3E}">
        <p14:creationId xmlns:p14="http://schemas.microsoft.com/office/powerpoint/2010/main" val="4048401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0EA7871F-66DA-4160-B5D8-DA44EC65B1FB}"/>
              </a:ext>
            </a:extLst>
          </p:cNvPr>
          <p:cNvGraphicFramePr>
            <a:graphicFrameLocks noChangeAspect="1"/>
          </p:cNvGraphicFramePr>
          <p:nvPr>
            <p:custDataLst>
              <p:tags r:id="rId1"/>
            </p:custDataLst>
            <p:extLst>
              <p:ext uri="{D42A27DB-BD31-4B8C-83A1-F6EECF244321}">
                <p14:modId xmlns:p14="http://schemas.microsoft.com/office/powerpoint/2010/main" val="633248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字幕 1">
            <a:extLst>
              <a:ext uri="{FF2B5EF4-FFF2-40B4-BE49-F238E27FC236}">
                <a16:creationId xmlns:a16="http://schemas.microsoft.com/office/drawing/2014/main" id="{946BF689-FADE-46A2-B8A1-44BB6EAA9AB9}"/>
              </a:ext>
            </a:extLst>
          </p:cNvPr>
          <p:cNvSpPr>
            <a:spLocks noGrp="1"/>
          </p:cNvSpPr>
          <p:nvPr>
            <p:ph type="subTitle" idx="1"/>
          </p:nvPr>
        </p:nvSpPr>
        <p:spPr/>
        <p:txBody>
          <a:bodyPr/>
          <a:lstStyle/>
          <a:p>
            <a:r>
              <a:rPr lang="en-US" altLang="ja-JP" dirty="0"/>
              <a:t>S</a:t>
            </a:r>
            <a:r>
              <a:rPr kumimoji="1" lang="en-US" altLang="ja-JP" dirty="0"/>
              <a:t>ection 2</a:t>
            </a:r>
            <a:endParaRPr kumimoji="1" lang="ja-JP" altLang="en-US" dirty="0"/>
          </a:p>
        </p:txBody>
      </p:sp>
      <p:sp>
        <p:nvSpPr>
          <p:cNvPr id="3" name="タイトル 2">
            <a:extLst>
              <a:ext uri="{FF2B5EF4-FFF2-40B4-BE49-F238E27FC236}">
                <a16:creationId xmlns:a16="http://schemas.microsoft.com/office/drawing/2014/main" id="{F2FEB794-E0D8-4D6D-A161-355EE46D3297}"/>
              </a:ext>
            </a:extLst>
          </p:cNvPr>
          <p:cNvSpPr>
            <a:spLocks noGrp="1"/>
          </p:cNvSpPr>
          <p:nvPr>
            <p:ph type="title"/>
          </p:nvPr>
        </p:nvSpPr>
        <p:spPr/>
        <p:txBody>
          <a:bodyPr vert="horz"/>
          <a:lstStyle/>
          <a:p>
            <a:r>
              <a:rPr lang="ja-JP" altLang="en-US" dirty="0"/>
              <a:t>テンプレの使用ルール</a:t>
            </a:r>
            <a:endParaRPr kumimoji="1" lang="ja-JP" altLang="en-US" dirty="0"/>
          </a:p>
        </p:txBody>
      </p:sp>
    </p:spTree>
    <p:extLst>
      <p:ext uri="{BB962C8B-B14F-4D97-AF65-F5344CB8AC3E}">
        <p14:creationId xmlns:p14="http://schemas.microsoft.com/office/powerpoint/2010/main" val="1030682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DF3966D5-2A03-4E22-AD62-3E2EFD987F56}"/>
              </a:ext>
            </a:extLst>
          </p:cNvPr>
          <p:cNvGraphicFramePr>
            <a:graphicFrameLocks noChangeAspect="1"/>
          </p:cNvGraphicFramePr>
          <p:nvPr>
            <p:custDataLst>
              <p:tags r:id="rId1"/>
            </p:custDataLst>
            <p:extLst>
              <p:ext uri="{D42A27DB-BD31-4B8C-83A1-F6EECF244321}">
                <p14:modId xmlns:p14="http://schemas.microsoft.com/office/powerpoint/2010/main" val="39936521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826E584-1AA0-4011-91C9-CBDB838A7F96}"/>
              </a:ext>
            </a:extLst>
          </p:cNvPr>
          <p:cNvSpPr>
            <a:spLocks noGrp="1"/>
          </p:cNvSpPr>
          <p:nvPr>
            <p:ph type="title"/>
          </p:nvPr>
        </p:nvSpPr>
        <p:spPr/>
        <p:txBody>
          <a:bodyPr vert="horz"/>
          <a:lstStyle/>
          <a:p>
            <a:r>
              <a:rPr kumimoji="1" lang="ja-JP" altLang="en-US" dirty="0"/>
              <a:t>全スライド共通のルール</a:t>
            </a:r>
          </a:p>
        </p:txBody>
      </p:sp>
      <p:sp>
        <p:nvSpPr>
          <p:cNvPr id="6" name="テキスト プレースホルダー 5">
            <a:extLst>
              <a:ext uri="{FF2B5EF4-FFF2-40B4-BE49-F238E27FC236}">
                <a16:creationId xmlns:a16="http://schemas.microsoft.com/office/drawing/2014/main" id="{87B580B2-37CB-4540-80AB-B62A6A9184CA}"/>
              </a:ext>
            </a:extLst>
          </p:cNvPr>
          <p:cNvSpPr>
            <a:spLocks noGrp="1"/>
          </p:cNvSpPr>
          <p:nvPr>
            <p:ph type="body" sz="quarter" idx="13"/>
          </p:nvPr>
        </p:nvSpPr>
        <p:spPr/>
        <p:txBody>
          <a:bodyPr/>
          <a:lstStyle/>
          <a:p>
            <a:r>
              <a:rPr kumimoji="1" lang="ja-JP" altLang="en-US" dirty="0"/>
              <a:t>原則、各種デフォルトの入力ボックスを動かさない、入力境界線のガイドより外側には文字・図形を入力しないことにご協力をお願いします。</a:t>
            </a:r>
          </a:p>
          <a:p>
            <a:endParaRPr lang="ja-JP" altLang="en-US" dirty="0"/>
          </a:p>
        </p:txBody>
      </p:sp>
      <p:sp>
        <p:nvSpPr>
          <p:cNvPr id="31" name="コンテンツ プレースホルダー 15">
            <a:extLst>
              <a:ext uri="{FF2B5EF4-FFF2-40B4-BE49-F238E27FC236}">
                <a16:creationId xmlns:a16="http://schemas.microsoft.com/office/drawing/2014/main" id="{0F139D47-B652-4942-B634-D4CC1FBFD679}"/>
              </a:ext>
            </a:extLst>
          </p:cNvPr>
          <p:cNvSpPr>
            <a:spLocks noGrp="1"/>
          </p:cNvSpPr>
          <p:nvPr>
            <p:ph idx="1"/>
          </p:nvPr>
        </p:nvSpPr>
        <p:spPr>
          <a:xfrm>
            <a:off x="829723" y="1807601"/>
            <a:ext cx="4407258" cy="1640940"/>
          </a:xfrm>
        </p:spPr>
        <p:txBody>
          <a:bodyPr/>
          <a:lstStyle/>
          <a:p>
            <a:r>
              <a:rPr lang="ja-JP" altLang="en-US" b="1" dirty="0"/>
              <a:t>入力境界線のガイド表示方法</a:t>
            </a:r>
            <a:endParaRPr lang="en-US" altLang="ja-JP" b="1" dirty="0"/>
          </a:p>
          <a:p>
            <a:pPr marL="731838" lvl="1" indent="-342900">
              <a:buFont typeface="+mj-ea"/>
              <a:buAutoNum type="circleNumDbPlain"/>
            </a:pPr>
            <a:r>
              <a:rPr lang="ja-JP" altLang="en-US" dirty="0"/>
              <a:t>「表示」リボンをクリック</a:t>
            </a:r>
            <a:endParaRPr lang="en-US" altLang="ja-JP" dirty="0"/>
          </a:p>
          <a:p>
            <a:pPr marL="731838" lvl="1" indent="-342900">
              <a:buFont typeface="+mj-ea"/>
              <a:buAutoNum type="circleNumDbPlain"/>
            </a:pPr>
            <a:r>
              <a:rPr lang="ja-JP" altLang="en-US" dirty="0"/>
              <a:t>「表示」エリアの「ガイド」のチェックボックスにチェックを入れる</a:t>
            </a:r>
            <a:endParaRPr lang="en-US" altLang="ja-JP" dirty="0"/>
          </a:p>
        </p:txBody>
      </p:sp>
      <p:pic>
        <p:nvPicPr>
          <p:cNvPr id="32" name="コンテンツ プレースホルダー 6">
            <a:extLst>
              <a:ext uri="{FF2B5EF4-FFF2-40B4-BE49-F238E27FC236}">
                <a16:creationId xmlns:a16="http://schemas.microsoft.com/office/drawing/2014/main" id="{9F1CE347-54D6-4357-A6EC-6E2DA0653A4B}"/>
              </a:ext>
            </a:extLst>
          </p:cNvPr>
          <p:cNvPicPr>
            <a:picLocks noChangeAspect="1"/>
          </p:cNvPicPr>
          <p:nvPr/>
        </p:nvPicPr>
        <p:blipFill rotWithShape="1">
          <a:blip r:embed="rId5">
            <a:extLst>
              <a:ext uri="{28A0092B-C50C-407E-A947-70E740481C1C}">
                <a14:useLocalDpi xmlns:a14="http://schemas.microsoft.com/office/drawing/2010/main" val="0"/>
              </a:ext>
            </a:extLst>
          </a:blip>
          <a:srcRect t="-1" r="55530" b="64455"/>
          <a:stretch/>
        </p:blipFill>
        <p:spPr>
          <a:xfrm>
            <a:off x="829723" y="3596779"/>
            <a:ext cx="4981817" cy="2197755"/>
          </a:xfrm>
          <a:prstGeom prst="rect">
            <a:avLst/>
          </a:prstGeom>
          <a:ln>
            <a:solidFill>
              <a:schemeClr val="accent6">
                <a:lumMod val="40000"/>
                <a:lumOff val="60000"/>
              </a:schemeClr>
            </a:solidFill>
          </a:ln>
        </p:spPr>
      </p:pic>
      <p:sp>
        <p:nvSpPr>
          <p:cNvPr id="33" name="正方形/長方形 32">
            <a:extLst>
              <a:ext uri="{FF2B5EF4-FFF2-40B4-BE49-F238E27FC236}">
                <a16:creationId xmlns:a16="http://schemas.microsoft.com/office/drawing/2014/main" id="{ADEF5100-D152-4748-A3CF-0A7CDD8ACAC2}"/>
              </a:ext>
            </a:extLst>
          </p:cNvPr>
          <p:cNvSpPr/>
          <p:nvPr/>
        </p:nvSpPr>
        <p:spPr>
          <a:xfrm>
            <a:off x="4970896" y="3819133"/>
            <a:ext cx="272049" cy="17760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34" name="正方形/長方形 33">
            <a:extLst>
              <a:ext uri="{FF2B5EF4-FFF2-40B4-BE49-F238E27FC236}">
                <a16:creationId xmlns:a16="http://schemas.microsoft.com/office/drawing/2014/main" id="{C349EDB8-1EFA-4486-80D1-A573D63C6253}"/>
              </a:ext>
            </a:extLst>
          </p:cNvPr>
          <p:cNvSpPr/>
          <p:nvPr/>
        </p:nvSpPr>
        <p:spPr>
          <a:xfrm>
            <a:off x="3212909" y="4283330"/>
            <a:ext cx="401838" cy="151089"/>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tx1"/>
              </a:solidFill>
            </a:endParaRPr>
          </a:p>
        </p:txBody>
      </p:sp>
      <p:sp>
        <p:nvSpPr>
          <p:cNvPr id="35" name="矢印: 上 34">
            <a:extLst>
              <a:ext uri="{FF2B5EF4-FFF2-40B4-BE49-F238E27FC236}">
                <a16:creationId xmlns:a16="http://schemas.microsoft.com/office/drawing/2014/main" id="{6467C34E-8AA5-4681-88A8-25B902B56189}"/>
              </a:ext>
            </a:extLst>
          </p:cNvPr>
          <p:cNvSpPr/>
          <p:nvPr/>
        </p:nvSpPr>
        <p:spPr>
          <a:xfrm>
            <a:off x="4589552" y="3996736"/>
            <a:ext cx="1050855" cy="1128486"/>
          </a:xfrm>
          <a:prstGeom prst="upArrow">
            <a:avLst>
              <a:gd name="adj1" fmla="val 50000"/>
              <a:gd name="adj2" fmla="val 478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①</a:t>
            </a:r>
          </a:p>
        </p:txBody>
      </p:sp>
      <p:sp>
        <p:nvSpPr>
          <p:cNvPr id="36" name="矢印: 上 35">
            <a:extLst>
              <a:ext uri="{FF2B5EF4-FFF2-40B4-BE49-F238E27FC236}">
                <a16:creationId xmlns:a16="http://schemas.microsoft.com/office/drawing/2014/main" id="{60A91240-103D-41DC-B271-54994B2F8014}"/>
              </a:ext>
            </a:extLst>
          </p:cNvPr>
          <p:cNvSpPr/>
          <p:nvPr/>
        </p:nvSpPr>
        <p:spPr>
          <a:xfrm>
            <a:off x="2888401" y="4449374"/>
            <a:ext cx="1050855" cy="1128486"/>
          </a:xfrm>
          <a:prstGeom prst="upArrow">
            <a:avLst>
              <a:gd name="adj1" fmla="val 50000"/>
              <a:gd name="adj2" fmla="val 478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solidFill>
                  <a:schemeClr val="bg1"/>
                </a:solidFill>
              </a:rPr>
              <a:t>②</a:t>
            </a:r>
          </a:p>
        </p:txBody>
      </p:sp>
      <p:pic>
        <p:nvPicPr>
          <p:cNvPr id="37" name="図 36">
            <a:extLst>
              <a:ext uri="{FF2B5EF4-FFF2-40B4-BE49-F238E27FC236}">
                <a16:creationId xmlns:a16="http://schemas.microsoft.com/office/drawing/2014/main" id="{ED38A174-97E0-4219-AB65-4D62CB2604F3}"/>
              </a:ext>
            </a:extLst>
          </p:cNvPr>
          <p:cNvPicPr>
            <a:picLocks noChangeAspect="1"/>
          </p:cNvPicPr>
          <p:nvPr/>
        </p:nvPicPr>
        <p:blipFill>
          <a:blip r:embed="rId6"/>
          <a:stretch>
            <a:fillRect/>
          </a:stretch>
        </p:blipFill>
        <p:spPr>
          <a:xfrm>
            <a:off x="6211786" y="3081018"/>
            <a:ext cx="4820242" cy="2713516"/>
          </a:xfrm>
          <a:prstGeom prst="rect">
            <a:avLst/>
          </a:prstGeom>
          <a:ln>
            <a:solidFill>
              <a:schemeClr val="accent6">
                <a:lumMod val="40000"/>
                <a:lumOff val="60000"/>
              </a:schemeClr>
            </a:solidFill>
          </a:ln>
        </p:spPr>
      </p:pic>
      <p:sp>
        <p:nvSpPr>
          <p:cNvPr id="38" name="テキスト ボックス 37">
            <a:extLst>
              <a:ext uri="{FF2B5EF4-FFF2-40B4-BE49-F238E27FC236}">
                <a16:creationId xmlns:a16="http://schemas.microsoft.com/office/drawing/2014/main" id="{9FB8AE05-7345-41D7-9BC3-43885014C6C7}"/>
              </a:ext>
            </a:extLst>
          </p:cNvPr>
          <p:cNvSpPr txBox="1"/>
          <p:nvPr/>
        </p:nvSpPr>
        <p:spPr>
          <a:xfrm>
            <a:off x="6211786" y="1807601"/>
            <a:ext cx="4544847" cy="1342803"/>
          </a:xfrm>
          <a:prstGeom prst="rect">
            <a:avLst/>
          </a:prstGeom>
          <a:ln>
            <a:noFill/>
          </a:ln>
        </p:spPr>
        <p:txBody>
          <a:bodyPr vert="horz" lIns="0" tIns="45720" rIns="0" bIns="45720" rtlCol="0">
            <a:noAutofit/>
          </a:bodyPr>
          <a:lstStyle>
            <a:lvl1pPr indent="0" defTabSz="914400">
              <a:lnSpc>
                <a:spcPct val="125000"/>
              </a:lnSpc>
              <a:spcBef>
                <a:spcPts val="300"/>
              </a:spcBef>
              <a:buFont typeface="Arial" panose="020B0604020202020204" pitchFamily="34" charset="0"/>
              <a:buNone/>
              <a:defRPr kumimoji="1" sz="1600">
                <a:solidFill>
                  <a:srgbClr val="2D2D2D"/>
                </a:solidFill>
              </a:defRPr>
            </a:lvl1pPr>
            <a:lvl2pPr marL="731838" lvl="1" indent="-342900" defTabSz="914400">
              <a:lnSpc>
                <a:spcPct val="125000"/>
              </a:lnSpc>
              <a:spcBef>
                <a:spcPts val="300"/>
              </a:spcBef>
              <a:buClr>
                <a:schemeClr val="tx1"/>
              </a:buClr>
              <a:buFont typeface="+mj-ea"/>
              <a:buAutoNum type="circleNumDbPlain"/>
              <a:defRPr kumimoji="1" sz="1600">
                <a:solidFill>
                  <a:srgbClr val="2D2D2D"/>
                </a:solidFill>
              </a:defRPr>
            </a:lvl2pPr>
            <a:lvl3pPr marL="819150" indent="-182563" defTabSz="914400">
              <a:lnSpc>
                <a:spcPct val="125000"/>
              </a:lnSpc>
              <a:spcBef>
                <a:spcPts val="300"/>
              </a:spcBef>
              <a:buClr>
                <a:schemeClr val="tx1"/>
              </a:buClr>
              <a:buFont typeface="游ゴシック" panose="020B0400000000000000" pitchFamily="50" charset="-128"/>
              <a:buChar char="•"/>
              <a:defRPr kumimoji="1" sz="1600">
                <a:solidFill>
                  <a:srgbClr val="2D2D2D"/>
                </a:solidFill>
              </a:defRPr>
            </a:lvl3pPr>
            <a:lvl4pPr marL="1069975" indent="0" defTabSz="914400">
              <a:lnSpc>
                <a:spcPct val="90000"/>
              </a:lnSpc>
              <a:spcBef>
                <a:spcPts val="300"/>
              </a:spcBef>
              <a:buClr>
                <a:srgbClr val="3F3F3F"/>
              </a:buClr>
              <a:buFont typeface="游ゴシック" panose="020B0400000000000000" pitchFamily="50" charset="-128"/>
              <a:buNone/>
              <a:defRPr kumimoji="1" sz="1600"/>
            </a:lvl4pPr>
            <a:lvl5pPr marL="1651000" indent="-182563" defTabSz="914400">
              <a:lnSpc>
                <a:spcPct val="90000"/>
              </a:lnSpc>
              <a:spcBef>
                <a:spcPts val="300"/>
              </a:spcBef>
              <a:buClr>
                <a:srgbClr val="3F3F3F"/>
              </a:buClr>
              <a:buFont typeface="游ゴシック" panose="020B0400000000000000" pitchFamily="50" charset="-128"/>
              <a:buChar char="‒"/>
              <a:defRPr kumimoji="1" sz="1600"/>
            </a:lvl5pPr>
            <a:lvl6pPr marL="2514600" indent="-228600" defTabSz="914400">
              <a:lnSpc>
                <a:spcPct val="90000"/>
              </a:lnSpc>
              <a:spcBef>
                <a:spcPts val="500"/>
              </a:spcBef>
              <a:buFont typeface="Arial" panose="020B0604020202020204" pitchFamily="34" charset="0"/>
              <a:buChar char="•"/>
              <a:defRPr kumimoji="1"/>
            </a:lvl6pPr>
            <a:lvl7pPr marL="2971800" indent="-228600" defTabSz="914400">
              <a:lnSpc>
                <a:spcPct val="90000"/>
              </a:lnSpc>
              <a:spcBef>
                <a:spcPts val="500"/>
              </a:spcBef>
              <a:buFont typeface="Arial" panose="020B0604020202020204" pitchFamily="34" charset="0"/>
              <a:buChar char="•"/>
              <a:defRPr kumimoji="1"/>
            </a:lvl7pPr>
            <a:lvl8pPr marL="3429000" indent="-228600" defTabSz="914400">
              <a:lnSpc>
                <a:spcPct val="90000"/>
              </a:lnSpc>
              <a:spcBef>
                <a:spcPts val="500"/>
              </a:spcBef>
              <a:buFont typeface="Arial" panose="020B0604020202020204" pitchFamily="34" charset="0"/>
              <a:buChar char="•"/>
              <a:defRPr kumimoji="1"/>
            </a:lvl8pPr>
            <a:lvl9pPr marL="3886200" indent="-228600" defTabSz="914400">
              <a:lnSpc>
                <a:spcPct val="90000"/>
              </a:lnSpc>
              <a:spcBef>
                <a:spcPts val="500"/>
              </a:spcBef>
              <a:buFont typeface="Arial" panose="020B0604020202020204" pitchFamily="34" charset="0"/>
              <a:buChar char="•"/>
              <a:defRPr kumimoji="1"/>
            </a:lvl9pPr>
          </a:lstStyle>
          <a:p>
            <a:r>
              <a:rPr lang="ja-JP" altLang="en-US" b="1" dirty="0"/>
              <a:t>ルール</a:t>
            </a:r>
            <a:endParaRPr lang="en-US" altLang="ja-JP" b="1" dirty="0"/>
          </a:p>
          <a:p>
            <a:r>
              <a:rPr lang="ja-JP" altLang="en-US" dirty="0"/>
              <a:t>オレンジの点線</a:t>
            </a:r>
            <a:r>
              <a:rPr lang="en-US" altLang="ja-JP" dirty="0"/>
              <a:t>(</a:t>
            </a:r>
            <a:r>
              <a:rPr lang="ja-JP" altLang="en-US" dirty="0"/>
              <a:t>ガイド</a:t>
            </a:r>
            <a:r>
              <a:rPr lang="en-US" altLang="ja-JP" dirty="0"/>
              <a:t>)</a:t>
            </a:r>
            <a:r>
              <a:rPr lang="ja-JP" altLang="en-US" dirty="0"/>
              <a:t>より外側には入力しない</a:t>
            </a:r>
          </a:p>
          <a:p>
            <a:endParaRPr lang="ja-JP" altLang="en-US" dirty="0"/>
          </a:p>
        </p:txBody>
      </p:sp>
      <p:sp>
        <p:nvSpPr>
          <p:cNvPr id="39" name="矢印: 上 38">
            <a:extLst>
              <a:ext uri="{FF2B5EF4-FFF2-40B4-BE49-F238E27FC236}">
                <a16:creationId xmlns:a16="http://schemas.microsoft.com/office/drawing/2014/main" id="{BC50A08A-73AE-43C6-A353-1D1809A11DEE}"/>
              </a:ext>
            </a:extLst>
          </p:cNvPr>
          <p:cNvSpPr/>
          <p:nvPr/>
        </p:nvSpPr>
        <p:spPr>
          <a:xfrm rot="10800000">
            <a:off x="10085448" y="2632384"/>
            <a:ext cx="539255" cy="526447"/>
          </a:xfrm>
          <a:prstGeom prst="upArrow">
            <a:avLst>
              <a:gd name="adj1" fmla="val 50000"/>
              <a:gd name="adj2" fmla="val 478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solidFill>
                <a:schemeClr val="bg1"/>
              </a:solidFill>
            </a:endParaRPr>
          </a:p>
        </p:txBody>
      </p:sp>
      <p:sp>
        <p:nvSpPr>
          <p:cNvPr id="40" name="矢印: 上 39">
            <a:extLst>
              <a:ext uri="{FF2B5EF4-FFF2-40B4-BE49-F238E27FC236}">
                <a16:creationId xmlns:a16="http://schemas.microsoft.com/office/drawing/2014/main" id="{3603D58E-9754-4959-8F7A-7CBD0F923780}"/>
              </a:ext>
            </a:extLst>
          </p:cNvPr>
          <p:cNvSpPr/>
          <p:nvPr/>
        </p:nvSpPr>
        <p:spPr>
          <a:xfrm rot="16200000">
            <a:off x="10707099" y="3538657"/>
            <a:ext cx="539255" cy="526447"/>
          </a:xfrm>
          <a:prstGeom prst="upArrow">
            <a:avLst>
              <a:gd name="adj1" fmla="val 50000"/>
              <a:gd name="adj2" fmla="val 478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1" dirty="0">
              <a:solidFill>
                <a:schemeClr val="bg1"/>
              </a:solidFill>
            </a:endParaRPr>
          </a:p>
        </p:txBody>
      </p:sp>
    </p:spTree>
    <p:extLst>
      <p:ext uri="{BB962C8B-B14F-4D97-AF65-F5344CB8AC3E}">
        <p14:creationId xmlns:p14="http://schemas.microsoft.com/office/powerpoint/2010/main" val="1113573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A05B479-295F-4080-BA3A-BFDB40246BB6}"/>
              </a:ext>
            </a:extLst>
          </p:cNvPr>
          <p:cNvGraphicFramePr>
            <a:graphicFrameLocks noChangeAspect="1"/>
          </p:cNvGraphicFramePr>
          <p:nvPr>
            <p:custDataLst>
              <p:tags r:id="rId1"/>
            </p:custDataLst>
            <p:extLst>
              <p:ext uri="{D42A27DB-BD31-4B8C-83A1-F6EECF244321}">
                <p14:modId xmlns:p14="http://schemas.microsoft.com/office/powerpoint/2010/main" val="9438188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A9950243-3B90-468E-AD5B-1B921F2BCF7F}"/>
              </a:ext>
            </a:extLst>
          </p:cNvPr>
          <p:cNvPicPr>
            <a:picLocks noChangeAspect="1"/>
          </p:cNvPicPr>
          <p:nvPr/>
        </p:nvPicPr>
        <p:blipFill>
          <a:blip r:embed="rId5"/>
          <a:stretch>
            <a:fillRect/>
          </a:stretch>
        </p:blipFill>
        <p:spPr>
          <a:xfrm>
            <a:off x="814387" y="1911950"/>
            <a:ext cx="5832073" cy="3280541"/>
          </a:xfrm>
          <a:prstGeom prst="rect">
            <a:avLst/>
          </a:prstGeom>
          <a:ln>
            <a:solidFill>
              <a:schemeClr val="accent6"/>
            </a:solidFill>
          </a:ln>
        </p:spPr>
      </p:pic>
      <p:sp>
        <p:nvSpPr>
          <p:cNvPr id="2" name="タイトル 1">
            <a:extLst>
              <a:ext uri="{FF2B5EF4-FFF2-40B4-BE49-F238E27FC236}">
                <a16:creationId xmlns:a16="http://schemas.microsoft.com/office/drawing/2014/main" id="{19DABC94-F8D5-48FB-93D0-EAC3922AF140}"/>
              </a:ext>
            </a:extLst>
          </p:cNvPr>
          <p:cNvSpPr>
            <a:spLocks noGrp="1"/>
          </p:cNvSpPr>
          <p:nvPr>
            <p:ph type="title"/>
          </p:nvPr>
        </p:nvSpPr>
        <p:spPr/>
        <p:txBody>
          <a:bodyPr vert="horz"/>
          <a:lstStyle/>
          <a:p>
            <a:r>
              <a:rPr kumimoji="1" lang="ja-JP" altLang="en-US" dirty="0"/>
              <a:t>表紙スライドのルール</a:t>
            </a:r>
          </a:p>
        </p:txBody>
      </p:sp>
      <p:sp>
        <p:nvSpPr>
          <p:cNvPr id="3" name="コンテンツ プレースホルダー 2">
            <a:extLst>
              <a:ext uri="{FF2B5EF4-FFF2-40B4-BE49-F238E27FC236}">
                <a16:creationId xmlns:a16="http://schemas.microsoft.com/office/drawing/2014/main" id="{5F9B7BCA-114C-4EFD-8BDD-6C6F232F6660}"/>
              </a:ext>
            </a:extLst>
          </p:cNvPr>
          <p:cNvSpPr>
            <a:spLocks noGrp="1"/>
          </p:cNvSpPr>
          <p:nvPr>
            <p:ph idx="1"/>
          </p:nvPr>
        </p:nvSpPr>
        <p:spPr>
          <a:xfrm>
            <a:off x="7260609" y="1914824"/>
            <a:ext cx="4117004" cy="4351878"/>
          </a:xfrm>
        </p:spPr>
        <p:txBody>
          <a:bodyPr vert="horz" lIns="0" tIns="45720" rIns="0" bIns="45720" rtlCol="0" anchor="t">
            <a:noAutofit/>
          </a:bodyPr>
          <a:lstStyle/>
          <a:p>
            <a:pPr marL="342900" indent="-342900">
              <a:buFont typeface="+mj-ea"/>
              <a:buAutoNum type="circleNumDbPlain"/>
            </a:pPr>
            <a:r>
              <a:rPr lang="ja-JP" altLang="en-US" dirty="0"/>
              <a:t>タイトルは最大</a:t>
            </a:r>
            <a:r>
              <a:rPr lang="en-US" altLang="ja-JP" dirty="0"/>
              <a:t>2</a:t>
            </a:r>
            <a:r>
              <a:rPr lang="ja-JP" altLang="en-US" dirty="0"/>
              <a:t>行まで</a:t>
            </a:r>
            <a:endParaRPr lang="en-US" altLang="ja-JP" dirty="0"/>
          </a:p>
          <a:p>
            <a:pPr marL="342900" indent="-342900">
              <a:buFont typeface="+mj-ea"/>
              <a:buAutoNum type="circleNumDbPlain"/>
            </a:pPr>
            <a:endParaRPr lang="en-US" altLang="ja-JP" dirty="0"/>
          </a:p>
          <a:p>
            <a:pPr marL="342900" indent="-342900">
              <a:buFont typeface="+mj-ea"/>
              <a:buAutoNum type="circleNumDbPlain"/>
              <a:tabLst>
                <a:tab pos="552450" algn="l"/>
              </a:tabLst>
            </a:pPr>
            <a:r>
              <a:rPr kumimoji="1" lang="ja-JP" altLang="en-US" dirty="0"/>
              <a:t>部署名を必ず入れる</a:t>
            </a:r>
            <a:br>
              <a:rPr kumimoji="1" lang="en-US" altLang="ja-JP" dirty="0"/>
            </a:br>
            <a:r>
              <a:rPr lang="ja-JP" altLang="en-US" dirty="0"/>
              <a:t>→部署間での資料共有をスムーズに行う</a:t>
            </a:r>
            <a:br>
              <a:rPr lang="ja-JP" altLang="en-US" dirty="0"/>
            </a:br>
            <a:r>
              <a:rPr lang="ja-JP" altLang="en-US" dirty="0"/>
              <a:t>　ため、必ず入れてください</a:t>
            </a:r>
            <a:br>
              <a:rPr lang="en-US" altLang="ja-JP" dirty="0"/>
            </a:br>
            <a:r>
              <a:rPr kumimoji="1" lang="ja-JP" altLang="en-US" dirty="0"/>
              <a:t>→</a:t>
            </a:r>
            <a:r>
              <a:rPr kumimoji="1" lang="en-US" altLang="ja-JP" dirty="0"/>
              <a:t>1</a:t>
            </a:r>
            <a:r>
              <a:rPr kumimoji="1" lang="ja-JP" altLang="en-US" dirty="0"/>
              <a:t>行目</a:t>
            </a:r>
            <a:r>
              <a:rPr kumimoji="1" lang="en-US" altLang="ja-JP" dirty="0"/>
              <a:t>:  </a:t>
            </a:r>
            <a:r>
              <a:rPr kumimoji="1" lang="ja-JP" altLang="en-US" dirty="0"/>
              <a:t>会社名と部署名の</a:t>
            </a:r>
            <a:r>
              <a:rPr kumimoji="1" lang="en-US" altLang="ja-JP" dirty="0"/>
              <a:t>1</a:t>
            </a:r>
            <a:r>
              <a:rPr kumimoji="1" lang="ja-JP" altLang="en-US" dirty="0"/>
              <a:t>階層目</a:t>
            </a:r>
            <a:br>
              <a:rPr kumimoji="1" lang="en-US" altLang="ja-JP" dirty="0"/>
            </a:br>
            <a:r>
              <a:rPr kumimoji="1" lang="en-US" altLang="ja-JP" dirty="0"/>
              <a:t>	2</a:t>
            </a:r>
            <a:r>
              <a:rPr kumimoji="1" lang="ja-JP" altLang="en-US" dirty="0"/>
              <a:t>行目</a:t>
            </a:r>
            <a:r>
              <a:rPr kumimoji="1" lang="en-US" altLang="ja-JP" dirty="0"/>
              <a:t>:</a:t>
            </a:r>
            <a:r>
              <a:rPr lang="ja-JP" altLang="en-US" dirty="0"/>
              <a:t>  部署名の</a:t>
            </a:r>
            <a:r>
              <a:rPr lang="en-US" altLang="ja-JP" dirty="0"/>
              <a:t>2</a:t>
            </a:r>
            <a:r>
              <a:rPr lang="ja-JP" altLang="en-US" dirty="0"/>
              <a:t>階層目以降</a:t>
            </a:r>
            <a:endParaRPr kumimoji="1" lang="en-US" altLang="ja-JP" dirty="0"/>
          </a:p>
        </p:txBody>
      </p:sp>
      <p:sp>
        <p:nvSpPr>
          <p:cNvPr id="4" name="テキスト プレースホルダー 3">
            <a:extLst>
              <a:ext uri="{FF2B5EF4-FFF2-40B4-BE49-F238E27FC236}">
                <a16:creationId xmlns:a16="http://schemas.microsoft.com/office/drawing/2014/main" id="{2475DFC2-43FF-42BF-A7AD-1D2FD035C84A}"/>
              </a:ext>
            </a:extLst>
          </p:cNvPr>
          <p:cNvSpPr>
            <a:spLocks noGrp="1"/>
          </p:cNvSpPr>
          <p:nvPr>
            <p:ph type="body" sz="quarter" idx="13"/>
          </p:nvPr>
        </p:nvSpPr>
        <p:spPr/>
        <p:txBody>
          <a:bodyPr/>
          <a:lstStyle/>
          <a:p>
            <a:r>
              <a:rPr kumimoji="1" lang="ja-JP" altLang="en-US" dirty="0"/>
              <a:t>日付はもちろんのこと、</a:t>
            </a:r>
            <a:r>
              <a:rPr kumimoji="1" lang="en-US" altLang="ja-JP" dirty="0"/>
              <a:t>2</a:t>
            </a:r>
            <a:r>
              <a:rPr kumimoji="1" lang="ja-JP" altLang="en-US" dirty="0"/>
              <a:t>行までのタイトルと部署名は必ず入れるようにしましょう。</a:t>
            </a:r>
          </a:p>
        </p:txBody>
      </p:sp>
      <p:sp>
        <p:nvSpPr>
          <p:cNvPr id="10" name="矢印: 左 9">
            <a:extLst>
              <a:ext uri="{FF2B5EF4-FFF2-40B4-BE49-F238E27FC236}">
                <a16:creationId xmlns:a16="http://schemas.microsoft.com/office/drawing/2014/main" id="{D82C7600-59FC-464D-8B2C-F5BFD7A23922}"/>
              </a:ext>
            </a:extLst>
          </p:cNvPr>
          <p:cNvSpPr/>
          <p:nvPr/>
        </p:nvSpPr>
        <p:spPr>
          <a:xfrm>
            <a:off x="4795483" y="3074160"/>
            <a:ext cx="559558" cy="491320"/>
          </a:xfrm>
          <a:prstGeom prst="leftArrow">
            <a:avLst>
              <a:gd name="adj1" fmla="val 61111"/>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①</a:t>
            </a:r>
          </a:p>
        </p:txBody>
      </p:sp>
      <p:sp>
        <p:nvSpPr>
          <p:cNvPr id="11" name="矢印: 左 10">
            <a:extLst>
              <a:ext uri="{FF2B5EF4-FFF2-40B4-BE49-F238E27FC236}">
                <a16:creationId xmlns:a16="http://schemas.microsoft.com/office/drawing/2014/main" id="{4C118302-5558-4990-8081-BCD0CD71A9B2}"/>
              </a:ext>
            </a:extLst>
          </p:cNvPr>
          <p:cNvSpPr/>
          <p:nvPr/>
        </p:nvSpPr>
        <p:spPr>
          <a:xfrm>
            <a:off x="4795483" y="3711839"/>
            <a:ext cx="559558" cy="491320"/>
          </a:xfrm>
          <a:prstGeom prst="leftArrow">
            <a:avLst>
              <a:gd name="adj1" fmla="val 61111"/>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②</a:t>
            </a:r>
          </a:p>
        </p:txBody>
      </p:sp>
    </p:spTree>
    <p:extLst>
      <p:ext uri="{BB962C8B-B14F-4D97-AF65-F5344CB8AC3E}">
        <p14:creationId xmlns:p14="http://schemas.microsoft.com/office/powerpoint/2010/main" val="2138397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C47730AD-B088-4492-A420-2C8EB88E9B6B}"/>
              </a:ext>
            </a:extLst>
          </p:cNvPr>
          <p:cNvGraphicFramePr>
            <a:graphicFrameLocks noChangeAspect="1"/>
          </p:cNvGraphicFramePr>
          <p:nvPr>
            <p:custDataLst>
              <p:tags r:id="rId1"/>
            </p:custDataLst>
            <p:extLst>
              <p:ext uri="{D42A27DB-BD31-4B8C-83A1-F6EECF244321}">
                <p14:modId xmlns:p14="http://schemas.microsoft.com/office/powerpoint/2010/main" val="30312996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a:extLst>
              <a:ext uri="{FF2B5EF4-FFF2-40B4-BE49-F238E27FC236}">
                <a16:creationId xmlns:a16="http://schemas.microsoft.com/office/drawing/2014/main" id="{B940DB54-9925-40E1-8523-087D16C0B9F7}"/>
              </a:ext>
            </a:extLst>
          </p:cNvPr>
          <p:cNvPicPr>
            <a:picLocks noChangeAspect="1"/>
          </p:cNvPicPr>
          <p:nvPr/>
        </p:nvPicPr>
        <p:blipFill>
          <a:blip r:embed="rId5"/>
          <a:stretch>
            <a:fillRect/>
          </a:stretch>
        </p:blipFill>
        <p:spPr>
          <a:xfrm>
            <a:off x="814389" y="1914824"/>
            <a:ext cx="5832071" cy="3280540"/>
          </a:xfrm>
          <a:prstGeom prst="rect">
            <a:avLst/>
          </a:prstGeom>
          <a:ln>
            <a:solidFill>
              <a:schemeClr val="accent6"/>
            </a:solidFill>
          </a:ln>
        </p:spPr>
      </p:pic>
      <p:sp>
        <p:nvSpPr>
          <p:cNvPr id="2" name="タイトル 1">
            <a:extLst>
              <a:ext uri="{FF2B5EF4-FFF2-40B4-BE49-F238E27FC236}">
                <a16:creationId xmlns:a16="http://schemas.microsoft.com/office/drawing/2014/main" id="{19DABC94-F8D5-48FB-93D0-EAC3922AF140}"/>
              </a:ext>
            </a:extLst>
          </p:cNvPr>
          <p:cNvSpPr>
            <a:spLocks noGrp="1"/>
          </p:cNvSpPr>
          <p:nvPr>
            <p:ph type="title"/>
          </p:nvPr>
        </p:nvSpPr>
        <p:spPr/>
        <p:txBody>
          <a:bodyPr vert="horz"/>
          <a:lstStyle/>
          <a:p>
            <a:r>
              <a:rPr lang="ja-JP" altLang="en-US" dirty="0"/>
              <a:t>コンテンツ</a:t>
            </a:r>
            <a:r>
              <a:rPr kumimoji="1" lang="ja-JP" altLang="en-US" dirty="0"/>
              <a:t>スライドのルール</a:t>
            </a:r>
          </a:p>
        </p:txBody>
      </p:sp>
      <p:sp>
        <p:nvSpPr>
          <p:cNvPr id="3" name="コンテンツ プレースホルダー 2">
            <a:extLst>
              <a:ext uri="{FF2B5EF4-FFF2-40B4-BE49-F238E27FC236}">
                <a16:creationId xmlns:a16="http://schemas.microsoft.com/office/drawing/2014/main" id="{5F9B7BCA-114C-4EFD-8BDD-6C6F232F6660}"/>
              </a:ext>
            </a:extLst>
          </p:cNvPr>
          <p:cNvSpPr>
            <a:spLocks noGrp="1"/>
          </p:cNvSpPr>
          <p:nvPr>
            <p:ph idx="1"/>
          </p:nvPr>
        </p:nvSpPr>
        <p:spPr>
          <a:xfrm>
            <a:off x="7260609" y="1914824"/>
            <a:ext cx="4117004" cy="4351878"/>
          </a:xfrm>
        </p:spPr>
        <p:txBody>
          <a:bodyPr/>
          <a:lstStyle/>
          <a:p>
            <a:pPr marL="342900" indent="-342900">
              <a:lnSpc>
                <a:spcPct val="110000"/>
              </a:lnSpc>
              <a:buFont typeface="+mj-ea"/>
              <a:buAutoNum type="circleNumDbPlain"/>
            </a:pPr>
            <a:r>
              <a:rPr lang="ja-JP" altLang="en-US" dirty="0"/>
              <a:t>タイトルは最大</a:t>
            </a:r>
            <a:r>
              <a:rPr lang="en-US" altLang="ja-JP" dirty="0"/>
              <a:t>2</a:t>
            </a:r>
            <a:r>
              <a:rPr lang="ja-JP" altLang="en-US" dirty="0"/>
              <a:t>行まで</a:t>
            </a:r>
            <a:br>
              <a:rPr lang="en-US" altLang="ja-JP" dirty="0"/>
            </a:br>
            <a:r>
              <a:rPr lang="en-US" altLang="ja-JP" dirty="0"/>
              <a:t>(</a:t>
            </a:r>
            <a:r>
              <a:rPr lang="ja-JP" altLang="en-US" dirty="0"/>
              <a:t>メモ：</a:t>
            </a:r>
            <a:r>
              <a:rPr lang="en-US" altLang="ja-JP" dirty="0"/>
              <a:t>4</a:t>
            </a:r>
            <a:r>
              <a:rPr lang="ja-JP" altLang="en-US" dirty="0"/>
              <a:t>：</a:t>
            </a:r>
            <a:r>
              <a:rPr lang="en-US" altLang="ja-JP" dirty="0"/>
              <a:t>3</a:t>
            </a:r>
            <a:r>
              <a:rPr lang="ja-JP" altLang="en-US" dirty="0"/>
              <a:t>は最大</a:t>
            </a:r>
            <a:r>
              <a:rPr lang="en-US" altLang="ja-JP" dirty="0"/>
              <a:t>1</a:t>
            </a:r>
            <a:r>
              <a:rPr lang="ja-JP" altLang="en-US" dirty="0"/>
              <a:t>行の可能性高</a:t>
            </a:r>
            <a:r>
              <a:rPr lang="en-US" altLang="ja-JP" dirty="0"/>
              <a:t>)</a:t>
            </a:r>
          </a:p>
          <a:p>
            <a:pPr marL="342900" indent="-342900">
              <a:lnSpc>
                <a:spcPct val="110000"/>
              </a:lnSpc>
              <a:buFont typeface="+mj-ea"/>
              <a:buAutoNum type="circleNumDbPlain"/>
            </a:pPr>
            <a:endParaRPr lang="en-US" altLang="ja-JP" dirty="0"/>
          </a:p>
          <a:p>
            <a:pPr marL="342900" indent="-342900">
              <a:lnSpc>
                <a:spcPct val="110000"/>
              </a:lnSpc>
              <a:buFont typeface="+mj-ea"/>
              <a:buAutoNum type="circleNumDbPlain"/>
            </a:pPr>
            <a:r>
              <a:rPr lang="ja-JP" altLang="en-US" dirty="0"/>
              <a:t>メッセージ</a:t>
            </a:r>
            <a:r>
              <a:rPr lang="en-US" altLang="ja-JP" dirty="0"/>
              <a:t>(</a:t>
            </a:r>
            <a:r>
              <a:rPr lang="ja-JP" altLang="en-US" dirty="0"/>
              <a:t>緑の文字の部分</a:t>
            </a:r>
            <a:r>
              <a:rPr lang="en-US" altLang="ja-JP" dirty="0"/>
              <a:t>)</a:t>
            </a:r>
            <a:r>
              <a:rPr lang="ja-JP" altLang="en-US" dirty="0"/>
              <a:t>は、</a:t>
            </a:r>
            <a:br>
              <a:rPr lang="en-US" altLang="ja-JP" dirty="0"/>
            </a:br>
            <a:r>
              <a:rPr lang="en-US" altLang="ja-JP" dirty="0"/>
              <a:t>【16</a:t>
            </a:r>
            <a:r>
              <a:rPr lang="ja-JP" altLang="en-US" dirty="0"/>
              <a:t>：</a:t>
            </a:r>
            <a:r>
              <a:rPr lang="en-US" altLang="ja-JP" dirty="0"/>
              <a:t>9】</a:t>
            </a:r>
            <a:r>
              <a:rPr lang="ja-JP" altLang="en-US" dirty="0"/>
              <a:t>は</a:t>
            </a:r>
            <a:r>
              <a:rPr lang="en-US" altLang="ja-JP" dirty="0"/>
              <a:t>2</a:t>
            </a:r>
            <a:r>
              <a:rPr lang="ja-JP" altLang="en-US" dirty="0"/>
              <a:t>行まで、</a:t>
            </a:r>
            <a:br>
              <a:rPr lang="en-US" altLang="ja-JP" dirty="0"/>
            </a:br>
            <a:r>
              <a:rPr lang="en-US" altLang="ja-JP" dirty="0"/>
              <a:t>【4</a:t>
            </a:r>
            <a:r>
              <a:rPr lang="ja-JP" altLang="en-US" dirty="0"/>
              <a:t>：</a:t>
            </a:r>
            <a:r>
              <a:rPr lang="en-US" altLang="ja-JP" dirty="0"/>
              <a:t>3】</a:t>
            </a:r>
            <a:r>
              <a:rPr lang="ja-JP" altLang="en-US" dirty="0"/>
              <a:t>は</a:t>
            </a:r>
            <a:r>
              <a:rPr lang="en-US" altLang="ja-JP" dirty="0"/>
              <a:t>3</a:t>
            </a:r>
            <a:r>
              <a:rPr lang="ja-JP" altLang="en-US" dirty="0"/>
              <a:t>行までとする</a:t>
            </a:r>
            <a:endParaRPr lang="en-US" altLang="ja-JP" dirty="0"/>
          </a:p>
          <a:p>
            <a:pPr marL="342900" indent="-342900">
              <a:lnSpc>
                <a:spcPct val="110000"/>
              </a:lnSpc>
              <a:buFont typeface="+mj-ea"/>
              <a:buAutoNum type="circleNumDbPlain"/>
            </a:pPr>
            <a:endParaRPr lang="en-US" altLang="ja-JP" dirty="0"/>
          </a:p>
          <a:p>
            <a:pPr marL="342900" indent="-342900">
              <a:lnSpc>
                <a:spcPct val="110000"/>
              </a:lnSpc>
              <a:buFont typeface="+mj-ea"/>
              <a:buAutoNum type="circleNumDbPlain"/>
              <a:tabLst>
                <a:tab pos="457200" algn="l"/>
              </a:tabLst>
            </a:pPr>
            <a:r>
              <a:rPr lang="ja-JP" altLang="en-US" dirty="0"/>
              <a:t>メッセージ部分に書いてある内容を補強するための最低限の内容を入れる。</a:t>
            </a:r>
            <a:br>
              <a:rPr lang="en-US" altLang="ja-JP" dirty="0"/>
            </a:br>
            <a:r>
              <a:rPr lang="en-US" altLang="ja-JP" dirty="0"/>
              <a:t>(</a:t>
            </a:r>
            <a:r>
              <a:rPr lang="ja-JP" altLang="en-US" dirty="0"/>
              <a:t>文字だらけにせず、グラフやアイコン・</a:t>
            </a:r>
            <a:r>
              <a:rPr lang="en-US" altLang="ja-JP" dirty="0"/>
              <a:t>	</a:t>
            </a:r>
            <a:r>
              <a:rPr lang="ja-JP" altLang="en-US" dirty="0"/>
              <a:t>画像を効果的に使用する</a:t>
            </a:r>
            <a:r>
              <a:rPr lang="en-US" altLang="ja-JP" dirty="0"/>
              <a:t>)</a:t>
            </a:r>
            <a:br>
              <a:rPr lang="en-US" altLang="ja-JP" dirty="0"/>
            </a:br>
            <a:r>
              <a:rPr lang="ja-JP" altLang="en-US" dirty="0"/>
              <a:t>フォントサイズはできるだけ</a:t>
            </a:r>
            <a:r>
              <a:rPr lang="en-US" altLang="ja-JP" dirty="0"/>
              <a:t>14pt</a:t>
            </a:r>
            <a:r>
              <a:rPr lang="ja-JP" altLang="en-US" dirty="0"/>
              <a:t>以上を使用</a:t>
            </a:r>
            <a:endParaRPr lang="en-US" altLang="ja-JP" dirty="0"/>
          </a:p>
        </p:txBody>
      </p:sp>
      <p:sp>
        <p:nvSpPr>
          <p:cNvPr id="4" name="テキスト プレースホルダー 3">
            <a:extLst>
              <a:ext uri="{FF2B5EF4-FFF2-40B4-BE49-F238E27FC236}">
                <a16:creationId xmlns:a16="http://schemas.microsoft.com/office/drawing/2014/main" id="{2475DFC2-43FF-42BF-A7AD-1D2FD035C84A}"/>
              </a:ext>
            </a:extLst>
          </p:cNvPr>
          <p:cNvSpPr>
            <a:spLocks noGrp="1"/>
          </p:cNvSpPr>
          <p:nvPr>
            <p:ph type="body" sz="quarter" idx="13"/>
          </p:nvPr>
        </p:nvSpPr>
        <p:spPr/>
        <p:txBody>
          <a:bodyPr/>
          <a:lstStyle/>
          <a:p>
            <a:r>
              <a:rPr kumimoji="1" lang="ja-JP" altLang="en-US" dirty="0"/>
              <a:t>全体のバランスを取るためにも、タイトルやメッセージに入れる行数を守りましょう。</a:t>
            </a:r>
          </a:p>
        </p:txBody>
      </p:sp>
      <p:sp>
        <p:nvSpPr>
          <p:cNvPr id="10" name="矢印: 左 9">
            <a:extLst>
              <a:ext uri="{FF2B5EF4-FFF2-40B4-BE49-F238E27FC236}">
                <a16:creationId xmlns:a16="http://schemas.microsoft.com/office/drawing/2014/main" id="{D82C7600-59FC-464D-8B2C-F5BFD7A23922}"/>
              </a:ext>
            </a:extLst>
          </p:cNvPr>
          <p:cNvSpPr/>
          <p:nvPr/>
        </p:nvSpPr>
        <p:spPr>
          <a:xfrm>
            <a:off x="1897040" y="1914824"/>
            <a:ext cx="559558" cy="491320"/>
          </a:xfrm>
          <a:prstGeom prst="leftArrow">
            <a:avLst>
              <a:gd name="adj1" fmla="val 61111"/>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①</a:t>
            </a:r>
          </a:p>
        </p:txBody>
      </p:sp>
      <p:sp>
        <p:nvSpPr>
          <p:cNvPr id="11" name="矢印: 左 10">
            <a:extLst>
              <a:ext uri="{FF2B5EF4-FFF2-40B4-BE49-F238E27FC236}">
                <a16:creationId xmlns:a16="http://schemas.microsoft.com/office/drawing/2014/main" id="{4C118302-5558-4990-8081-BCD0CD71A9B2}"/>
              </a:ext>
            </a:extLst>
          </p:cNvPr>
          <p:cNvSpPr/>
          <p:nvPr/>
        </p:nvSpPr>
        <p:spPr>
          <a:xfrm>
            <a:off x="6271147" y="2160484"/>
            <a:ext cx="559558" cy="491320"/>
          </a:xfrm>
          <a:prstGeom prst="leftArrow">
            <a:avLst>
              <a:gd name="adj1" fmla="val 61111"/>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②</a:t>
            </a:r>
          </a:p>
        </p:txBody>
      </p:sp>
      <p:sp>
        <p:nvSpPr>
          <p:cNvPr id="6" name="正方形/長方形 5">
            <a:extLst>
              <a:ext uri="{FF2B5EF4-FFF2-40B4-BE49-F238E27FC236}">
                <a16:creationId xmlns:a16="http://schemas.microsoft.com/office/drawing/2014/main" id="{E723B0D8-B7FE-49E6-84A8-F492DF6FC9B9}"/>
              </a:ext>
            </a:extLst>
          </p:cNvPr>
          <p:cNvSpPr/>
          <p:nvPr/>
        </p:nvSpPr>
        <p:spPr>
          <a:xfrm>
            <a:off x="1216325" y="2751826"/>
            <a:ext cx="4879675" cy="1785668"/>
          </a:xfrm>
          <a:prstGeom prst="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solidFill>
                <a:schemeClr val="tx1"/>
              </a:solidFill>
            </a:endParaRPr>
          </a:p>
        </p:txBody>
      </p:sp>
      <p:sp>
        <p:nvSpPr>
          <p:cNvPr id="12" name="矢印: 左 11">
            <a:extLst>
              <a:ext uri="{FF2B5EF4-FFF2-40B4-BE49-F238E27FC236}">
                <a16:creationId xmlns:a16="http://schemas.microsoft.com/office/drawing/2014/main" id="{39185C81-224E-4AC3-9FE8-A826DE673362}"/>
              </a:ext>
            </a:extLst>
          </p:cNvPr>
          <p:cNvSpPr/>
          <p:nvPr/>
        </p:nvSpPr>
        <p:spPr>
          <a:xfrm>
            <a:off x="6271147" y="3429000"/>
            <a:ext cx="559558" cy="491320"/>
          </a:xfrm>
          <a:prstGeom prst="leftArrow">
            <a:avLst>
              <a:gd name="adj1" fmla="val 61111"/>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➂</a:t>
            </a:r>
          </a:p>
        </p:txBody>
      </p:sp>
    </p:spTree>
    <p:extLst>
      <p:ext uri="{BB962C8B-B14F-4D97-AF65-F5344CB8AC3E}">
        <p14:creationId xmlns:p14="http://schemas.microsoft.com/office/powerpoint/2010/main" val="2686783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3FC84874-8086-48CC-B584-15397A5628B1}"/>
              </a:ext>
            </a:extLst>
          </p:cNvPr>
          <p:cNvGraphicFramePr>
            <a:graphicFrameLocks noChangeAspect="1"/>
          </p:cNvGraphicFramePr>
          <p:nvPr>
            <p:custDataLst>
              <p:tags r:id="rId1"/>
            </p:custDataLst>
            <p:extLst>
              <p:ext uri="{D42A27DB-BD31-4B8C-83A1-F6EECF244321}">
                <p14:modId xmlns:p14="http://schemas.microsoft.com/office/powerpoint/2010/main" val="7900149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字幕 1">
            <a:extLst>
              <a:ext uri="{FF2B5EF4-FFF2-40B4-BE49-F238E27FC236}">
                <a16:creationId xmlns:a16="http://schemas.microsoft.com/office/drawing/2014/main" id="{946BF689-FADE-46A2-B8A1-44BB6EAA9AB9}"/>
              </a:ext>
            </a:extLst>
          </p:cNvPr>
          <p:cNvSpPr>
            <a:spLocks noGrp="1"/>
          </p:cNvSpPr>
          <p:nvPr>
            <p:ph type="subTitle" idx="1"/>
          </p:nvPr>
        </p:nvSpPr>
        <p:spPr/>
        <p:txBody>
          <a:bodyPr/>
          <a:lstStyle/>
          <a:p>
            <a:r>
              <a:rPr lang="en-US" altLang="ja-JP" dirty="0"/>
              <a:t>S</a:t>
            </a:r>
            <a:r>
              <a:rPr kumimoji="1" lang="en-US" altLang="ja-JP" dirty="0"/>
              <a:t>ection 3</a:t>
            </a:r>
            <a:endParaRPr kumimoji="1" lang="ja-JP" altLang="en-US" dirty="0"/>
          </a:p>
        </p:txBody>
      </p:sp>
      <p:sp>
        <p:nvSpPr>
          <p:cNvPr id="3" name="タイトル 2">
            <a:extLst>
              <a:ext uri="{FF2B5EF4-FFF2-40B4-BE49-F238E27FC236}">
                <a16:creationId xmlns:a16="http://schemas.microsoft.com/office/drawing/2014/main" id="{F2FEB794-E0D8-4D6D-A161-355EE46D3297}"/>
              </a:ext>
            </a:extLst>
          </p:cNvPr>
          <p:cNvSpPr>
            <a:spLocks noGrp="1"/>
          </p:cNvSpPr>
          <p:nvPr>
            <p:ph type="title"/>
          </p:nvPr>
        </p:nvSpPr>
        <p:spPr/>
        <p:txBody>
          <a:bodyPr vert="horz"/>
          <a:lstStyle/>
          <a:p>
            <a:r>
              <a:rPr kumimoji="1" lang="ja-JP" altLang="en-US" dirty="0"/>
              <a:t>素材集の使い方</a:t>
            </a:r>
          </a:p>
        </p:txBody>
      </p:sp>
    </p:spTree>
    <p:extLst>
      <p:ext uri="{BB962C8B-B14F-4D97-AF65-F5344CB8AC3E}">
        <p14:creationId xmlns:p14="http://schemas.microsoft.com/office/powerpoint/2010/main" val="1296109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33052859-BC1D-4898-9099-824DD9CCB086}"/>
              </a:ext>
            </a:extLst>
          </p:cNvPr>
          <p:cNvGraphicFramePr>
            <a:graphicFrameLocks noChangeAspect="1"/>
          </p:cNvGraphicFramePr>
          <p:nvPr>
            <p:custDataLst>
              <p:tags r:id="rId1"/>
            </p:custDataLst>
            <p:extLst>
              <p:ext uri="{D42A27DB-BD31-4B8C-83A1-F6EECF244321}">
                <p14:modId xmlns:p14="http://schemas.microsoft.com/office/powerpoint/2010/main" val="253147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EF24D6C-7278-4796-B497-C3AE4B1C7B3C}"/>
              </a:ext>
            </a:extLst>
          </p:cNvPr>
          <p:cNvSpPr>
            <a:spLocks noGrp="1"/>
          </p:cNvSpPr>
          <p:nvPr>
            <p:ph type="title"/>
          </p:nvPr>
        </p:nvSpPr>
        <p:spPr/>
        <p:txBody>
          <a:bodyPr vert="horz"/>
          <a:lstStyle/>
          <a:p>
            <a:r>
              <a:rPr kumimoji="1" lang="ja-JP" altLang="en-US" dirty="0"/>
              <a:t>素材集をご活用ください！</a:t>
            </a:r>
          </a:p>
        </p:txBody>
      </p:sp>
      <p:sp>
        <p:nvSpPr>
          <p:cNvPr id="4" name="テキスト プレースホルダー 3">
            <a:extLst>
              <a:ext uri="{FF2B5EF4-FFF2-40B4-BE49-F238E27FC236}">
                <a16:creationId xmlns:a16="http://schemas.microsoft.com/office/drawing/2014/main" id="{0CA9FE7E-155E-431A-A80C-8BBF95A8F3C2}"/>
              </a:ext>
            </a:extLst>
          </p:cNvPr>
          <p:cNvSpPr>
            <a:spLocks noGrp="1"/>
          </p:cNvSpPr>
          <p:nvPr>
            <p:ph type="body" sz="quarter" idx="13"/>
          </p:nvPr>
        </p:nvSpPr>
        <p:spPr/>
        <p:txBody>
          <a:bodyPr/>
          <a:lstStyle/>
          <a:p>
            <a:r>
              <a:rPr kumimoji="1" lang="ja-JP" altLang="en-US" dirty="0"/>
              <a:t>比較の図、バリューチェーン、グラフ等、よく使うスライドパターンを素材集にまとめています。</a:t>
            </a:r>
            <a:endParaRPr kumimoji="1" lang="en-US" altLang="ja-JP" dirty="0"/>
          </a:p>
          <a:p>
            <a:r>
              <a:rPr kumimoji="1" lang="ja-JP" altLang="en-US" dirty="0"/>
              <a:t>また、アイコンや傷病の説明イラスト・日本地図も掲載しているので、ぜひご活用ください。</a:t>
            </a:r>
          </a:p>
        </p:txBody>
      </p:sp>
      <p:pic>
        <p:nvPicPr>
          <p:cNvPr id="9" name="図 8">
            <a:extLst>
              <a:ext uri="{FF2B5EF4-FFF2-40B4-BE49-F238E27FC236}">
                <a16:creationId xmlns:a16="http://schemas.microsoft.com/office/drawing/2014/main" id="{EF1E2F5C-FFC8-405C-9457-C81D8AAB50A4}"/>
              </a:ext>
            </a:extLst>
          </p:cNvPr>
          <p:cNvPicPr>
            <a:picLocks noChangeAspect="1"/>
          </p:cNvPicPr>
          <p:nvPr/>
        </p:nvPicPr>
        <p:blipFill>
          <a:blip r:embed="rId5"/>
          <a:stretch>
            <a:fillRect/>
          </a:stretch>
        </p:blipFill>
        <p:spPr>
          <a:xfrm>
            <a:off x="813636" y="1914824"/>
            <a:ext cx="3887151" cy="2186523"/>
          </a:xfrm>
          <a:prstGeom prst="rect">
            <a:avLst/>
          </a:prstGeom>
          <a:ln>
            <a:solidFill>
              <a:schemeClr val="accent6"/>
            </a:solidFill>
          </a:ln>
        </p:spPr>
      </p:pic>
      <p:pic>
        <p:nvPicPr>
          <p:cNvPr id="12" name="図 11">
            <a:extLst>
              <a:ext uri="{FF2B5EF4-FFF2-40B4-BE49-F238E27FC236}">
                <a16:creationId xmlns:a16="http://schemas.microsoft.com/office/drawing/2014/main" id="{CC4186A2-B035-4798-9773-E979BDF763C8}"/>
              </a:ext>
            </a:extLst>
          </p:cNvPr>
          <p:cNvPicPr>
            <a:picLocks noChangeAspect="1"/>
          </p:cNvPicPr>
          <p:nvPr/>
        </p:nvPicPr>
        <p:blipFill>
          <a:blip r:embed="rId6"/>
          <a:stretch>
            <a:fillRect/>
          </a:stretch>
        </p:blipFill>
        <p:spPr>
          <a:xfrm>
            <a:off x="6284936" y="1914824"/>
            <a:ext cx="3887151" cy="2186523"/>
          </a:xfrm>
          <a:prstGeom prst="rect">
            <a:avLst/>
          </a:prstGeom>
          <a:ln>
            <a:solidFill>
              <a:schemeClr val="accent6"/>
            </a:solidFill>
          </a:ln>
        </p:spPr>
      </p:pic>
      <p:pic>
        <p:nvPicPr>
          <p:cNvPr id="13" name="図 12">
            <a:extLst>
              <a:ext uri="{FF2B5EF4-FFF2-40B4-BE49-F238E27FC236}">
                <a16:creationId xmlns:a16="http://schemas.microsoft.com/office/drawing/2014/main" id="{1E9AE8AA-D864-4EAE-A569-AED6F76CBA1E}"/>
              </a:ext>
            </a:extLst>
          </p:cNvPr>
          <p:cNvPicPr>
            <a:picLocks noChangeAspect="1"/>
          </p:cNvPicPr>
          <p:nvPr/>
        </p:nvPicPr>
        <p:blipFill>
          <a:blip r:embed="rId7"/>
          <a:stretch>
            <a:fillRect/>
          </a:stretch>
        </p:blipFill>
        <p:spPr>
          <a:xfrm>
            <a:off x="7510297" y="3693576"/>
            <a:ext cx="3887151" cy="2186523"/>
          </a:xfrm>
          <a:prstGeom prst="rect">
            <a:avLst/>
          </a:prstGeom>
          <a:ln>
            <a:solidFill>
              <a:schemeClr val="accent6"/>
            </a:solidFill>
          </a:ln>
        </p:spPr>
      </p:pic>
      <p:pic>
        <p:nvPicPr>
          <p:cNvPr id="20" name="図 19">
            <a:extLst>
              <a:ext uri="{FF2B5EF4-FFF2-40B4-BE49-F238E27FC236}">
                <a16:creationId xmlns:a16="http://schemas.microsoft.com/office/drawing/2014/main" id="{D5D455D1-B9E5-4EFE-86DB-4DE5C61A25E2}"/>
              </a:ext>
            </a:extLst>
          </p:cNvPr>
          <p:cNvPicPr>
            <a:picLocks noChangeAspect="1"/>
          </p:cNvPicPr>
          <p:nvPr/>
        </p:nvPicPr>
        <p:blipFill>
          <a:blip r:embed="rId8"/>
          <a:stretch>
            <a:fillRect/>
          </a:stretch>
        </p:blipFill>
        <p:spPr>
          <a:xfrm>
            <a:off x="2038997" y="3693577"/>
            <a:ext cx="3887151" cy="2186522"/>
          </a:xfrm>
          <a:prstGeom prst="rect">
            <a:avLst/>
          </a:prstGeom>
          <a:ln>
            <a:solidFill>
              <a:schemeClr val="accent6"/>
            </a:solidFill>
          </a:ln>
        </p:spPr>
      </p:pic>
    </p:spTree>
    <p:extLst>
      <p:ext uri="{BB962C8B-B14F-4D97-AF65-F5344CB8AC3E}">
        <p14:creationId xmlns:p14="http://schemas.microsoft.com/office/powerpoint/2010/main" val="111479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FE7B746F-75A1-4388-9343-528C058CC796}"/>
              </a:ext>
            </a:extLst>
          </p:cNvPr>
          <p:cNvGraphicFramePr>
            <a:graphicFrameLocks noChangeAspect="1"/>
          </p:cNvGraphicFramePr>
          <p:nvPr>
            <p:custDataLst>
              <p:tags r:id="rId1"/>
            </p:custDataLst>
            <p:extLst>
              <p:ext uri="{D42A27DB-BD31-4B8C-83A1-F6EECF244321}">
                <p14:modId xmlns:p14="http://schemas.microsoft.com/office/powerpoint/2010/main" val="14867412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字幕 1">
            <a:extLst>
              <a:ext uri="{FF2B5EF4-FFF2-40B4-BE49-F238E27FC236}">
                <a16:creationId xmlns:a16="http://schemas.microsoft.com/office/drawing/2014/main" id="{946BF689-FADE-46A2-B8A1-44BB6EAA9AB9}"/>
              </a:ext>
            </a:extLst>
          </p:cNvPr>
          <p:cNvSpPr>
            <a:spLocks noGrp="1"/>
          </p:cNvSpPr>
          <p:nvPr>
            <p:ph type="subTitle" idx="1"/>
          </p:nvPr>
        </p:nvSpPr>
        <p:spPr/>
        <p:txBody>
          <a:bodyPr/>
          <a:lstStyle/>
          <a:p>
            <a:r>
              <a:rPr lang="en-US" altLang="ja-JP" dirty="0"/>
              <a:t>S</a:t>
            </a:r>
            <a:r>
              <a:rPr kumimoji="1" lang="en-US" altLang="ja-JP" dirty="0"/>
              <a:t>ection 4</a:t>
            </a:r>
            <a:endParaRPr kumimoji="1" lang="ja-JP" altLang="en-US" dirty="0"/>
          </a:p>
        </p:txBody>
      </p:sp>
      <p:sp>
        <p:nvSpPr>
          <p:cNvPr id="3" name="タイトル 2">
            <a:extLst>
              <a:ext uri="{FF2B5EF4-FFF2-40B4-BE49-F238E27FC236}">
                <a16:creationId xmlns:a16="http://schemas.microsoft.com/office/drawing/2014/main" id="{F2FEB794-E0D8-4D6D-A161-355EE46D3297}"/>
              </a:ext>
            </a:extLst>
          </p:cNvPr>
          <p:cNvSpPr>
            <a:spLocks noGrp="1"/>
          </p:cNvSpPr>
          <p:nvPr>
            <p:ph type="title"/>
          </p:nvPr>
        </p:nvSpPr>
        <p:spPr/>
        <p:txBody>
          <a:bodyPr vert="horz"/>
          <a:lstStyle/>
          <a:p>
            <a:r>
              <a:rPr lang="ja-JP" altLang="en-US" dirty="0"/>
              <a:t>フォーマット・素材集のデフォルト設定方法</a:t>
            </a:r>
            <a:endParaRPr kumimoji="1" lang="en-US" altLang="ja-JP" dirty="0"/>
          </a:p>
        </p:txBody>
      </p:sp>
    </p:spTree>
    <p:extLst>
      <p:ext uri="{BB962C8B-B14F-4D97-AF65-F5344CB8AC3E}">
        <p14:creationId xmlns:p14="http://schemas.microsoft.com/office/powerpoint/2010/main" val="504352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997D3037-E493-4F66-8673-AA39704672D4}"/>
              </a:ext>
            </a:extLst>
          </p:cNvPr>
          <p:cNvGraphicFramePr>
            <a:graphicFrameLocks noChangeAspect="1"/>
          </p:cNvGraphicFramePr>
          <p:nvPr>
            <p:custDataLst>
              <p:tags r:id="rId1"/>
            </p:custDataLst>
            <p:extLst>
              <p:ext uri="{D42A27DB-BD31-4B8C-83A1-F6EECF244321}">
                <p14:modId xmlns:p14="http://schemas.microsoft.com/office/powerpoint/2010/main" val="16853538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D3DBC4CA-6EE4-4DF6-A1CB-FD58C835D867}"/>
              </a:ext>
            </a:extLst>
          </p:cNvPr>
          <p:cNvSpPr>
            <a:spLocks noGrp="1"/>
          </p:cNvSpPr>
          <p:nvPr>
            <p:ph type="title"/>
          </p:nvPr>
        </p:nvSpPr>
        <p:spPr/>
        <p:txBody>
          <a:bodyPr vert="horz"/>
          <a:lstStyle/>
          <a:p>
            <a:r>
              <a:rPr lang="ja-JP" altLang="en-US" dirty="0"/>
              <a:t>異なるフォーマットの結合方法</a:t>
            </a:r>
            <a:endParaRPr kumimoji="1" lang="ja-JP" altLang="en-US" dirty="0"/>
          </a:p>
        </p:txBody>
      </p:sp>
      <p:sp>
        <p:nvSpPr>
          <p:cNvPr id="3" name="コンテンツ プレースホルダー 2">
            <a:extLst>
              <a:ext uri="{FF2B5EF4-FFF2-40B4-BE49-F238E27FC236}">
                <a16:creationId xmlns:a16="http://schemas.microsoft.com/office/drawing/2014/main" id="{B3FF8B97-B77A-48DA-92C2-4CF86DC4ABC2}"/>
              </a:ext>
            </a:extLst>
          </p:cNvPr>
          <p:cNvSpPr>
            <a:spLocks noGrp="1"/>
          </p:cNvSpPr>
          <p:nvPr>
            <p:ph idx="1"/>
          </p:nvPr>
        </p:nvSpPr>
        <p:spPr/>
        <p:txBody>
          <a:bodyPr/>
          <a:lstStyle/>
          <a:p>
            <a:pPr marL="342900" indent="-342900">
              <a:buAutoNum type="arabicPeriod"/>
            </a:pPr>
            <a:r>
              <a:rPr lang="ja-JP" altLang="en-US" dirty="0"/>
              <a:t>貼り付けたいスライドをコピー</a:t>
            </a:r>
            <a:r>
              <a:rPr lang="en-US" altLang="ja-JP" dirty="0"/>
              <a:t>(</a:t>
            </a:r>
            <a:r>
              <a:rPr lang="ja-JP" altLang="en-US" dirty="0"/>
              <a:t>①</a:t>
            </a:r>
            <a:r>
              <a:rPr lang="en-US" altLang="ja-JP" dirty="0"/>
              <a:t>)</a:t>
            </a:r>
          </a:p>
          <a:p>
            <a:pPr marL="342900" indent="-342900">
              <a:buAutoNum type="arabicPeriod"/>
            </a:pPr>
            <a:endParaRPr lang="en-US" altLang="ja-JP" dirty="0"/>
          </a:p>
          <a:p>
            <a:pPr marL="342900" indent="-342900">
              <a:buAutoNum type="arabicPeriod"/>
            </a:pPr>
            <a:r>
              <a:rPr lang="ja-JP" altLang="en-US" dirty="0"/>
              <a:t>貼り付けたい場所で右クリックしペースト</a:t>
            </a:r>
            <a:r>
              <a:rPr lang="en-US" altLang="ja-JP" dirty="0"/>
              <a:t>(</a:t>
            </a:r>
            <a:r>
              <a:rPr lang="ja-JP" altLang="en-US" dirty="0"/>
              <a:t>②</a:t>
            </a:r>
            <a:r>
              <a:rPr lang="en-US" altLang="ja-JP" dirty="0"/>
              <a:t>)</a:t>
            </a:r>
          </a:p>
          <a:p>
            <a:pPr marL="342900" indent="-342900">
              <a:buAutoNum type="arabicPeriod"/>
            </a:pPr>
            <a:endParaRPr lang="en-US" altLang="ja-JP" dirty="0"/>
          </a:p>
          <a:p>
            <a:pPr marL="342900" indent="-342900">
              <a:buFont typeface="+mj-lt"/>
              <a:buAutoNum type="arabicPeriod"/>
            </a:pPr>
            <a:r>
              <a:rPr lang="ja-JP" altLang="en-US" dirty="0"/>
              <a:t>ホーム→スライド内にあるレイアウト▼</a:t>
            </a:r>
            <a:r>
              <a:rPr lang="en-US" altLang="ja-JP" dirty="0"/>
              <a:t>(</a:t>
            </a:r>
            <a:r>
              <a:rPr lang="ja-JP" altLang="en-US" dirty="0"/>
              <a:t>③</a:t>
            </a:r>
            <a:r>
              <a:rPr lang="en-US" altLang="ja-JP" dirty="0"/>
              <a:t>)</a:t>
            </a:r>
            <a:r>
              <a:rPr lang="ja-JP" altLang="en-US" dirty="0"/>
              <a:t> →コンテンツ</a:t>
            </a:r>
            <a:r>
              <a:rPr lang="en-US" altLang="ja-JP" dirty="0"/>
              <a:t>(</a:t>
            </a:r>
            <a:r>
              <a:rPr lang="ja-JP" altLang="en-US" dirty="0"/>
              <a:t>④</a:t>
            </a:r>
            <a:r>
              <a:rPr lang="en-US" altLang="ja-JP" dirty="0"/>
              <a:t>)</a:t>
            </a:r>
            <a:r>
              <a:rPr lang="ja-JP" altLang="en-US" dirty="0"/>
              <a:t>を適用させる</a:t>
            </a:r>
            <a:endParaRPr lang="en-US" altLang="ja-JP" dirty="0"/>
          </a:p>
          <a:p>
            <a:pPr marL="731838" lvl="1" indent="-342900"/>
            <a:r>
              <a:rPr lang="ja-JP" altLang="en-US" dirty="0"/>
              <a:t>「コンテンツ」</a:t>
            </a:r>
            <a:r>
              <a:rPr lang="en-US" altLang="ja-JP" dirty="0"/>
              <a:t>(</a:t>
            </a:r>
            <a:r>
              <a:rPr lang="ja-JP" altLang="en-US" dirty="0"/>
              <a:t>④</a:t>
            </a:r>
            <a:r>
              <a:rPr lang="en-US" altLang="ja-JP" dirty="0"/>
              <a:t>)</a:t>
            </a:r>
            <a:r>
              <a:rPr lang="ja-JP" altLang="en-US" dirty="0"/>
              <a:t>は、</a:t>
            </a:r>
            <a:r>
              <a:rPr lang="en-US" altLang="ja-JP" dirty="0"/>
              <a:t>JMDC2022</a:t>
            </a:r>
            <a:r>
              <a:rPr lang="ja-JP" altLang="en-US" dirty="0"/>
              <a:t>のレイアウトです。</a:t>
            </a:r>
            <a:br>
              <a:rPr lang="en-US" altLang="ja-JP" dirty="0"/>
            </a:br>
            <a:r>
              <a:rPr lang="ja-JP" altLang="en-US" dirty="0"/>
              <a:t>その下の「タイトルとコンテンツ」は貼付元のレイアウトになります</a:t>
            </a:r>
            <a:endParaRPr lang="en-US" altLang="ja-JP" dirty="0"/>
          </a:p>
          <a:p>
            <a:pPr marL="342900" indent="-342900">
              <a:buFont typeface="+mj-lt"/>
              <a:buAutoNum type="arabicPeriod"/>
            </a:pPr>
            <a:endParaRPr lang="en-US" altLang="ja-JP" dirty="0"/>
          </a:p>
          <a:p>
            <a:pPr marL="342900" indent="-342900">
              <a:buFont typeface="+mj-lt"/>
              <a:buAutoNum type="arabicPeriod"/>
            </a:pPr>
            <a:r>
              <a:rPr lang="ja-JP" altLang="en-US" dirty="0"/>
              <a:t>自動で</a:t>
            </a:r>
            <a:r>
              <a:rPr lang="en-US" altLang="ja-JP" dirty="0"/>
              <a:t>JMDC2022</a:t>
            </a:r>
            <a:r>
              <a:rPr lang="ja-JP" altLang="en-US" dirty="0"/>
              <a:t>に反映されなかった個所は手作業で修正ください</a:t>
            </a:r>
          </a:p>
          <a:p>
            <a:endParaRPr kumimoji="1" lang="ja-JP" altLang="en-US" dirty="0"/>
          </a:p>
        </p:txBody>
      </p:sp>
      <p:pic>
        <p:nvPicPr>
          <p:cNvPr id="12" name="図 11">
            <a:extLst>
              <a:ext uri="{FF2B5EF4-FFF2-40B4-BE49-F238E27FC236}">
                <a16:creationId xmlns:a16="http://schemas.microsoft.com/office/drawing/2014/main" id="{911D29C7-8195-4A4A-84BA-3E7F2D44BBDF}"/>
              </a:ext>
            </a:extLst>
          </p:cNvPr>
          <p:cNvPicPr>
            <a:picLocks noChangeAspect="1"/>
          </p:cNvPicPr>
          <p:nvPr/>
        </p:nvPicPr>
        <p:blipFill rotWithShape="1">
          <a:blip r:embed="rId5"/>
          <a:srcRect r="12261" b="35184"/>
          <a:stretch/>
        </p:blipFill>
        <p:spPr>
          <a:xfrm>
            <a:off x="8394084" y="3954927"/>
            <a:ext cx="2754293" cy="2224656"/>
          </a:xfrm>
          <a:prstGeom prst="rect">
            <a:avLst/>
          </a:prstGeom>
          <a:ln>
            <a:solidFill>
              <a:schemeClr val="accent6"/>
            </a:solidFill>
          </a:ln>
        </p:spPr>
      </p:pic>
      <p:sp>
        <p:nvSpPr>
          <p:cNvPr id="18" name="正方形/長方形 17">
            <a:extLst>
              <a:ext uri="{FF2B5EF4-FFF2-40B4-BE49-F238E27FC236}">
                <a16:creationId xmlns:a16="http://schemas.microsoft.com/office/drawing/2014/main" id="{B972B6B9-6994-4F79-B264-8ED1952879F0}"/>
              </a:ext>
            </a:extLst>
          </p:cNvPr>
          <p:cNvSpPr/>
          <p:nvPr/>
        </p:nvSpPr>
        <p:spPr>
          <a:xfrm>
            <a:off x="8430597" y="5167714"/>
            <a:ext cx="924699" cy="57346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76E1760E-5755-48B4-A4E6-AAB1EA87BBDF}"/>
              </a:ext>
            </a:extLst>
          </p:cNvPr>
          <p:cNvSpPr/>
          <p:nvPr/>
        </p:nvSpPr>
        <p:spPr>
          <a:xfrm>
            <a:off x="9702986" y="4226075"/>
            <a:ext cx="482405" cy="16933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4DDD2EF8-0BD2-4DCD-A8E4-6D99286F2C85}"/>
              </a:ext>
            </a:extLst>
          </p:cNvPr>
          <p:cNvSpPr/>
          <p:nvPr/>
        </p:nvSpPr>
        <p:spPr>
          <a:xfrm>
            <a:off x="10204442" y="4863709"/>
            <a:ext cx="568962" cy="42549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吹き出し: 四角形 32">
            <a:extLst>
              <a:ext uri="{FF2B5EF4-FFF2-40B4-BE49-F238E27FC236}">
                <a16:creationId xmlns:a16="http://schemas.microsoft.com/office/drawing/2014/main" id="{3D917D05-AA99-4920-BB86-5B68BB326D39}"/>
              </a:ext>
            </a:extLst>
          </p:cNvPr>
          <p:cNvSpPr/>
          <p:nvPr/>
        </p:nvSpPr>
        <p:spPr>
          <a:xfrm>
            <a:off x="10259774" y="3975603"/>
            <a:ext cx="349467" cy="335138"/>
          </a:xfrm>
          <a:prstGeom prst="wedgeRectCallout">
            <a:avLst>
              <a:gd name="adj1" fmla="val -83494"/>
              <a:gd name="adj2" fmla="val 4917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kumimoji="1" lang="ja-JP" altLang="en-US" sz="1600" dirty="0"/>
              <a:t>③</a:t>
            </a:r>
          </a:p>
        </p:txBody>
      </p:sp>
      <p:sp>
        <p:nvSpPr>
          <p:cNvPr id="34" name="吹き出し: 四角形 33">
            <a:extLst>
              <a:ext uri="{FF2B5EF4-FFF2-40B4-BE49-F238E27FC236}">
                <a16:creationId xmlns:a16="http://schemas.microsoft.com/office/drawing/2014/main" id="{0A9AA171-19C5-4A26-8C5F-54F27508475A}"/>
              </a:ext>
            </a:extLst>
          </p:cNvPr>
          <p:cNvSpPr/>
          <p:nvPr/>
        </p:nvSpPr>
        <p:spPr>
          <a:xfrm>
            <a:off x="10769022" y="4672641"/>
            <a:ext cx="349467" cy="335138"/>
          </a:xfrm>
          <a:prstGeom prst="wedgeRectCallout">
            <a:avLst>
              <a:gd name="adj1" fmla="val -83494"/>
              <a:gd name="adj2" fmla="val 4917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kumimoji="1" lang="ja-JP" altLang="en-US" sz="1600" dirty="0"/>
              <a:t>④</a:t>
            </a:r>
          </a:p>
        </p:txBody>
      </p:sp>
      <p:sp>
        <p:nvSpPr>
          <p:cNvPr id="36" name="吹き出し: 四角形 35">
            <a:extLst>
              <a:ext uri="{FF2B5EF4-FFF2-40B4-BE49-F238E27FC236}">
                <a16:creationId xmlns:a16="http://schemas.microsoft.com/office/drawing/2014/main" id="{2B83A39F-6EC6-4FB4-AAEA-4DAC01B69A4E}"/>
              </a:ext>
            </a:extLst>
          </p:cNvPr>
          <p:cNvSpPr/>
          <p:nvPr/>
        </p:nvSpPr>
        <p:spPr>
          <a:xfrm>
            <a:off x="9404847" y="4923469"/>
            <a:ext cx="349467" cy="335138"/>
          </a:xfrm>
          <a:prstGeom prst="wedgeRectCallout">
            <a:avLst>
              <a:gd name="adj1" fmla="val -83494"/>
              <a:gd name="adj2" fmla="val 4917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kumimoji="1" lang="ja-JP" altLang="en-US" sz="1600" dirty="0"/>
              <a:t>②</a:t>
            </a:r>
          </a:p>
        </p:txBody>
      </p:sp>
      <p:pic>
        <p:nvPicPr>
          <p:cNvPr id="19" name="図 18">
            <a:extLst>
              <a:ext uri="{FF2B5EF4-FFF2-40B4-BE49-F238E27FC236}">
                <a16:creationId xmlns:a16="http://schemas.microsoft.com/office/drawing/2014/main" id="{A1B72763-7259-4A9F-B2C9-57090E117BDF}"/>
              </a:ext>
            </a:extLst>
          </p:cNvPr>
          <p:cNvPicPr>
            <a:picLocks noChangeAspect="1"/>
          </p:cNvPicPr>
          <p:nvPr/>
        </p:nvPicPr>
        <p:blipFill rotWithShape="1">
          <a:blip r:embed="rId6"/>
          <a:srcRect r="63326" b="47388"/>
          <a:stretch/>
        </p:blipFill>
        <p:spPr>
          <a:xfrm>
            <a:off x="8391607" y="1547934"/>
            <a:ext cx="2756770" cy="2224656"/>
          </a:xfrm>
          <a:prstGeom prst="rect">
            <a:avLst/>
          </a:prstGeom>
          <a:ln>
            <a:solidFill>
              <a:schemeClr val="accent6"/>
            </a:solidFill>
          </a:ln>
        </p:spPr>
      </p:pic>
      <p:sp>
        <p:nvSpPr>
          <p:cNvPr id="47" name="正方形/長方形 46">
            <a:extLst>
              <a:ext uri="{FF2B5EF4-FFF2-40B4-BE49-F238E27FC236}">
                <a16:creationId xmlns:a16="http://schemas.microsoft.com/office/drawing/2014/main" id="{C3E725A0-4F50-4EF9-9FFB-19F1AC2C4BE1}"/>
              </a:ext>
            </a:extLst>
          </p:cNvPr>
          <p:cNvSpPr/>
          <p:nvPr/>
        </p:nvSpPr>
        <p:spPr>
          <a:xfrm>
            <a:off x="8758917" y="2729904"/>
            <a:ext cx="779072" cy="16933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吹き出し: 四角形 36">
            <a:extLst>
              <a:ext uri="{FF2B5EF4-FFF2-40B4-BE49-F238E27FC236}">
                <a16:creationId xmlns:a16="http://schemas.microsoft.com/office/drawing/2014/main" id="{D1FBFBB1-9DFE-4F47-8918-DFC4ECD27830}"/>
              </a:ext>
            </a:extLst>
          </p:cNvPr>
          <p:cNvSpPr/>
          <p:nvPr/>
        </p:nvSpPr>
        <p:spPr>
          <a:xfrm>
            <a:off x="9572748" y="2445715"/>
            <a:ext cx="349467" cy="335138"/>
          </a:xfrm>
          <a:prstGeom prst="wedgeRectCallout">
            <a:avLst>
              <a:gd name="adj1" fmla="val -83494"/>
              <a:gd name="adj2" fmla="val 4917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kumimoji="1" lang="ja-JP" altLang="en-US" sz="1600" dirty="0"/>
              <a:t>①</a:t>
            </a:r>
          </a:p>
        </p:txBody>
      </p:sp>
    </p:spTree>
    <p:extLst>
      <p:ext uri="{BB962C8B-B14F-4D97-AF65-F5344CB8AC3E}">
        <p14:creationId xmlns:p14="http://schemas.microsoft.com/office/powerpoint/2010/main" val="1027893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オブジェクト 9" hidden="1">
            <a:extLst>
              <a:ext uri="{FF2B5EF4-FFF2-40B4-BE49-F238E27FC236}">
                <a16:creationId xmlns:a16="http://schemas.microsoft.com/office/drawing/2014/main" id="{CC0FD380-7534-482A-A12A-E2A56C1E59B1}"/>
              </a:ext>
            </a:extLst>
          </p:cNvPr>
          <p:cNvGraphicFramePr>
            <a:graphicFrameLocks noChangeAspect="1"/>
          </p:cNvGraphicFramePr>
          <p:nvPr>
            <p:custDataLst>
              <p:tags r:id="rId1"/>
            </p:custDataLst>
            <p:extLst>
              <p:ext uri="{D42A27DB-BD31-4B8C-83A1-F6EECF244321}">
                <p14:modId xmlns:p14="http://schemas.microsoft.com/office/powerpoint/2010/main" val="16929443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FA93A352-25BA-477F-A5C8-0C021E818A31}"/>
              </a:ext>
            </a:extLst>
          </p:cNvPr>
          <p:cNvSpPr>
            <a:spLocks noGrp="1"/>
          </p:cNvSpPr>
          <p:nvPr>
            <p:ph type="title"/>
          </p:nvPr>
        </p:nvSpPr>
        <p:spPr/>
        <p:txBody>
          <a:bodyPr vert="horz"/>
          <a:lstStyle/>
          <a:p>
            <a:r>
              <a:rPr kumimoji="1" lang="en-US" altLang="ja-JP" dirty="0"/>
              <a:t>(</a:t>
            </a:r>
            <a:r>
              <a:rPr kumimoji="1" lang="ja-JP" altLang="en-US" dirty="0"/>
              <a:t>任意</a:t>
            </a:r>
            <a:r>
              <a:rPr kumimoji="1" lang="en-US" altLang="ja-JP" dirty="0"/>
              <a:t>) PPT</a:t>
            </a:r>
            <a:r>
              <a:rPr kumimoji="1" lang="ja-JP" altLang="en-US" dirty="0"/>
              <a:t>起動時の</a:t>
            </a:r>
            <a:r>
              <a:rPr lang="ja-JP" altLang="en-US" dirty="0"/>
              <a:t>デフォルト設定 </a:t>
            </a:r>
            <a:r>
              <a:rPr lang="en-US" altLang="ja-JP" dirty="0"/>
              <a:t>(</a:t>
            </a:r>
            <a:r>
              <a:rPr lang="ja-JP" altLang="en-US" dirty="0"/>
              <a:t>おススメ</a:t>
            </a:r>
            <a:r>
              <a:rPr lang="en-US" altLang="ja-JP" dirty="0"/>
              <a:t>)</a:t>
            </a:r>
            <a:endParaRPr kumimoji="1" lang="ja-JP" altLang="en-US" dirty="0"/>
          </a:p>
        </p:txBody>
      </p:sp>
      <p:sp>
        <p:nvSpPr>
          <p:cNvPr id="3" name="コンテンツ プレースホルダー 2">
            <a:extLst>
              <a:ext uri="{FF2B5EF4-FFF2-40B4-BE49-F238E27FC236}">
                <a16:creationId xmlns:a16="http://schemas.microsoft.com/office/drawing/2014/main" id="{8032C36F-0FE8-470C-9016-85A460C50F92}"/>
              </a:ext>
            </a:extLst>
          </p:cNvPr>
          <p:cNvSpPr>
            <a:spLocks noGrp="1"/>
          </p:cNvSpPr>
          <p:nvPr>
            <p:ph idx="1"/>
          </p:nvPr>
        </p:nvSpPr>
        <p:spPr/>
        <p:txBody>
          <a:bodyPr/>
          <a:lstStyle/>
          <a:p>
            <a:pPr marL="268288" indent="-268288">
              <a:lnSpc>
                <a:spcPct val="100000"/>
              </a:lnSpc>
              <a:spcBef>
                <a:spcPts val="200"/>
              </a:spcBef>
            </a:pPr>
            <a:r>
              <a:rPr lang="ja-JP" altLang="en-US" dirty="0"/>
              <a:t>①  </a:t>
            </a:r>
            <a:r>
              <a:rPr lang="en-US" altLang="ja-JP" dirty="0"/>
              <a:t>PPT</a:t>
            </a:r>
            <a:r>
              <a:rPr lang="ja-JP" altLang="en-US" dirty="0"/>
              <a:t>起動時のデフォルトファイルにしたいファイル</a:t>
            </a:r>
            <a:r>
              <a:rPr lang="ja-JP" altLang="ja-JP" dirty="0"/>
              <a:t>を開き、</a:t>
            </a:r>
            <a:br>
              <a:rPr lang="en-US" altLang="ja-JP" dirty="0"/>
            </a:br>
            <a:r>
              <a:rPr lang="ja-JP" altLang="ja-JP" dirty="0"/>
              <a:t>ファイル</a:t>
            </a:r>
            <a:r>
              <a:rPr lang="ja-JP" altLang="en-US" dirty="0"/>
              <a:t>名と</a:t>
            </a:r>
            <a:r>
              <a:rPr lang="ja-JP" altLang="ja-JP" dirty="0"/>
              <a:t>拡張子</a:t>
            </a:r>
            <a:r>
              <a:rPr lang="ja-JP" altLang="en-US" dirty="0"/>
              <a:t>を変更し、</a:t>
            </a:r>
            <a:r>
              <a:rPr lang="ja-JP" altLang="ja-JP" dirty="0"/>
              <a:t>デスクトップに保存</a:t>
            </a:r>
            <a:endParaRPr lang="en-US" altLang="ja-JP" dirty="0"/>
          </a:p>
          <a:p>
            <a:pPr marL="674688" lvl="1" indent="-204788">
              <a:lnSpc>
                <a:spcPct val="100000"/>
              </a:lnSpc>
              <a:spcBef>
                <a:spcPts val="200"/>
              </a:spcBef>
            </a:pPr>
            <a:r>
              <a:rPr lang="ja-JP" altLang="ja-JP" dirty="0"/>
              <a:t>拡張子：</a:t>
            </a:r>
            <a:r>
              <a:rPr lang="en-US" altLang="ja-JP" dirty="0"/>
              <a:t>PowerPoint</a:t>
            </a:r>
            <a:r>
              <a:rPr lang="ja-JP" altLang="ja-JP" dirty="0"/>
              <a:t>テンプレート</a:t>
            </a:r>
            <a:r>
              <a:rPr lang="en-US" altLang="ja-JP" dirty="0"/>
              <a:t>(*.</a:t>
            </a:r>
            <a:r>
              <a:rPr lang="en-US" altLang="ja-JP" dirty="0" err="1"/>
              <a:t>potx</a:t>
            </a:r>
            <a:r>
              <a:rPr lang="en-US" altLang="ja-JP" dirty="0"/>
              <a:t>)</a:t>
            </a:r>
            <a:endParaRPr lang="ja-JP" altLang="ja-JP" dirty="0"/>
          </a:p>
          <a:p>
            <a:pPr marL="674688" lvl="1" indent="-204788">
              <a:lnSpc>
                <a:spcPct val="100000"/>
              </a:lnSpc>
              <a:spcBef>
                <a:spcPts val="200"/>
              </a:spcBef>
            </a:pPr>
            <a:r>
              <a:rPr lang="ja-JP" altLang="ja-JP" dirty="0"/>
              <a:t>ファイル名：</a:t>
            </a:r>
            <a:r>
              <a:rPr lang="en-US" altLang="ja-JP" dirty="0"/>
              <a:t>Blank</a:t>
            </a:r>
          </a:p>
          <a:p>
            <a:pPr marL="268288" lvl="1" indent="-268288">
              <a:lnSpc>
                <a:spcPct val="100000"/>
              </a:lnSpc>
              <a:spcBef>
                <a:spcPts val="200"/>
              </a:spcBef>
            </a:pPr>
            <a:endParaRPr lang="en-US" altLang="ja-JP" dirty="0"/>
          </a:p>
          <a:p>
            <a:pPr marL="342900" indent="-342900">
              <a:lnSpc>
                <a:spcPct val="100000"/>
              </a:lnSpc>
              <a:spcBef>
                <a:spcPts val="200"/>
              </a:spcBef>
              <a:buAutoNum type="circleNumDbPlain" startAt="2"/>
              <a:tabLst>
                <a:tab pos="452438" algn="l"/>
              </a:tabLst>
            </a:pPr>
            <a:r>
              <a:rPr lang="ja-JP" altLang="ja-JP" dirty="0"/>
              <a:t>上記ファイルを下記に</a:t>
            </a:r>
            <a:r>
              <a:rPr lang="ja-JP" altLang="en-US" dirty="0"/>
              <a:t>移動させて</a:t>
            </a:r>
            <a:r>
              <a:rPr lang="ja-JP" altLang="ja-JP" dirty="0"/>
              <a:t>保存</a:t>
            </a:r>
            <a:br>
              <a:rPr lang="en-US" altLang="ja-JP" dirty="0"/>
            </a:br>
            <a:r>
              <a:rPr lang="en-US" altLang="ja-JP" dirty="0"/>
              <a:t>(</a:t>
            </a:r>
            <a:r>
              <a:rPr lang="ja-JP" altLang="ja-JP" dirty="0"/>
              <a:t>既に同じファイル名があれば上書き保存</a:t>
            </a:r>
            <a:r>
              <a:rPr lang="en-US" altLang="ja-JP" dirty="0"/>
              <a:t>)</a:t>
            </a:r>
          </a:p>
          <a:p>
            <a:pPr marL="714375" indent="-238125">
              <a:lnSpc>
                <a:spcPct val="100000"/>
              </a:lnSpc>
              <a:spcBef>
                <a:spcPts val="200"/>
              </a:spcBef>
              <a:buFont typeface="Arial" panose="020B0604020202020204" pitchFamily="34" charset="0"/>
              <a:buChar char="•"/>
              <a:tabLst>
                <a:tab pos="452438" algn="l"/>
              </a:tabLst>
            </a:pPr>
            <a:r>
              <a:rPr lang="en-US" altLang="ja-JP" dirty="0"/>
              <a:t>C:\Users(</a:t>
            </a:r>
            <a:r>
              <a:rPr lang="ja-JP" altLang="en-US" dirty="0"/>
              <a:t>もしくはユーザー</a:t>
            </a:r>
            <a:r>
              <a:rPr lang="en-US" altLang="ja-JP" dirty="0"/>
              <a:t>)\&lt;</a:t>
            </a:r>
            <a:r>
              <a:rPr lang="ja-JP" altLang="en-US" dirty="0"/>
              <a:t>自分の名前</a:t>
            </a:r>
            <a:r>
              <a:rPr lang="en-US" altLang="ja-JP" dirty="0"/>
              <a:t>&gt;\</a:t>
            </a:r>
            <a:r>
              <a:rPr lang="en-US" altLang="ja-JP" dirty="0" err="1"/>
              <a:t>AppData</a:t>
            </a:r>
            <a:br>
              <a:rPr lang="en-US" altLang="ja-JP" dirty="0"/>
            </a:br>
            <a:r>
              <a:rPr lang="en-US" altLang="ja-JP" dirty="0"/>
              <a:t>\Roaming\Microsoft\Templates</a:t>
            </a:r>
          </a:p>
          <a:p>
            <a:pPr marL="561975" indent="-209550">
              <a:lnSpc>
                <a:spcPct val="100000"/>
              </a:lnSpc>
              <a:spcBef>
                <a:spcPts val="200"/>
              </a:spcBef>
              <a:tabLst>
                <a:tab pos="371475" algn="l"/>
              </a:tabLst>
            </a:pPr>
            <a:r>
              <a:rPr lang="ja-JP" altLang="en-US" dirty="0"/>
              <a:t>→</a:t>
            </a:r>
            <a:r>
              <a:rPr lang="en-US" altLang="ja-JP" dirty="0"/>
              <a:t>PPT</a:t>
            </a:r>
            <a:r>
              <a:rPr lang="ja-JP" altLang="en-US" dirty="0"/>
              <a:t>起動時のスタート画面に「</a:t>
            </a:r>
            <a:r>
              <a:rPr lang="en-US" altLang="ja-JP" dirty="0"/>
              <a:t>Default Theme</a:t>
            </a:r>
            <a:r>
              <a:rPr lang="ja-JP" altLang="en-US" dirty="0"/>
              <a:t>」として</a:t>
            </a:r>
            <a:br>
              <a:rPr lang="en-US" altLang="ja-JP" dirty="0"/>
            </a:br>
            <a:r>
              <a:rPr lang="ja-JP" altLang="en-US" dirty="0"/>
              <a:t>表示されるので、それを選択。ファイルが起動する</a:t>
            </a:r>
            <a:endParaRPr lang="en-US" altLang="ja-JP" dirty="0"/>
          </a:p>
          <a:p>
            <a:pPr marL="268288" lvl="1" indent="-268288">
              <a:lnSpc>
                <a:spcPct val="100000"/>
              </a:lnSpc>
              <a:spcBef>
                <a:spcPts val="200"/>
              </a:spcBef>
            </a:pPr>
            <a:endParaRPr lang="ja-JP" altLang="ja-JP" dirty="0"/>
          </a:p>
          <a:p>
            <a:pPr marL="342900" indent="-342900">
              <a:lnSpc>
                <a:spcPct val="100000"/>
              </a:lnSpc>
              <a:spcBef>
                <a:spcPts val="200"/>
              </a:spcBef>
              <a:buAutoNum type="circleNumDbPlain" startAt="3"/>
            </a:pPr>
            <a:r>
              <a:rPr lang="ja-JP" altLang="en-US" dirty="0"/>
              <a:t>上記②の表示をスキップし、ダイレクトにファイルを</a:t>
            </a:r>
            <a:br>
              <a:rPr lang="en-US" altLang="ja-JP" dirty="0"/>
            </a:br>
            <a:r>
              <a:rPr lang="ja-JP" altLang="en-US" dirty="0"/>
              <a:t>起動させたい場合：</a:t>
            </a:r>
            <a:br>
              <a:rPr lang="en-US" altLang="ja-JP" dirty="0"/>
            </a:br>
            <a:r>
              <a:rPr lang="ja-JP" altLang="en-US" dirty="0"/>
              <a:t>オプション→全般タブ→一番下にある”このアプリケーション</a:t>
            </a:r>
            <a:br>
              <a:rPr lang="en-US" altLang="ja-JP" dirty="0"/>
            </a:br>
            <a:r>
              <a:rPr lang="ja-JP" altLang="en-US" dirty="0"/>
              <a:t>の起動時にスタート画面を表示する”のチェックを外す→</a:t>
            </a:r>
            <a:r>
              <a:rPr lang="en-US" altLang="ja-JP" dirty="0"/>
              <a:t>OK</a:t>
            </a:r>
            <a:endParaRPr lang="ja-JP" altLang="en-US" dirty="0"/>
          </a:p>
        </p:txBody>
      </p:sp>
      <p:pic>
        <p:nvPicPr>
          <p:cNvPr id="23" name="図 22">
            <a:extLst>
              <a:ext uri="{FF2B5EF4-FFF2-40B4-BE49-F238E27FC236}">
                <a16:creationId xmlns:a16="http://schemas.microsoft.com/office/drawing/2014/main" id="{4887409D-3454-4A21-B57B-6B9582D7A3E1}"/>
              </a:ext>
            </a:extLst>
          </p:cNvPr>
          <p:cNvPicPr>
            <a:picLocks noChangeAspect="1"/>
          </p:cNvPicPr>
          <p:nvPr/>
        </p:nvPicPr>
        <p:blipFill rotWithShape="1">
          <a:blip r:embed="rId5"/>
          <a:srcRect r="50659" b="4762"/>
          <a:stretch/>
        </p:blipFill>
        <p:spPr>
          <a:xfrm>
            <a:off x="7311835" y="1914824"/>
            <a:ext cx="3093695" cy="3358969"/>
          </a:xfrm>
          <a:prstGeom prst="rect">
            <a:avLst/>
          </a:prstGeom>
          <a:ln>
            <a:solidFill>
              <a:schemeClr val="accent6"/>
            </a:solidFill>
          </a:ln>
        </p:spPr>
      </p:pic>
      <p:sp>
        <p:nvSpPr>
          <p:cNvPr id="16" name="正方形/長方形 15">
            <a:extLst>
              <a:ext uri="{FF2B5EF4-FFF2-40B4-BE49-F238E27FC236}">
                <a16:creationId xmlns:a16="http://schemas.microsoft.com/office/drawing/2014/main" id="{CE0D9BFD-D5B0-43F5-BABF-015A0AFDA5A5}"/>
              </a:ext>
            </a:extLst>
          </p:cNvPr>
          <p:cNvSpPr/>
          <p:nvPr/>
        </p:nvSpPr>
        <p:spPr>
          <a:xfrm>
            <a:off x="7818407" y="2382452"/>
            <a:ext cx="709112" cy="46346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DF04C2DB-60D6-4B4A-9F17-B07C9AC62568}"/>
              </a:ext>
            </a:extLst>
          </p:cNvPr>
          <p:cNvSpPr/>
          <p:nvPr/>
        </p:nvSpPr>
        <p:spPr>
          <a:xfrm>
            <a:off x="7127478" y="5125202"/>
            <a:ext cx="709112" cy="16893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7" name="図 26">
            <a:extLst>
              <a:ext uri="{FF2B5EF4-FFF2-40B4-BE49-F238E27FC236}">
                <a16:creationId xmlns:a16="http://schemas.microsoft.com/office/drawing/2014/main" id="{0E2C2BFB-93FB-4266-84F0-CCA7643A2549}"/>
              </a:ext>
            </a:extLst>
          </p:cNvPr>
          <p:cNvPicPr>
            <a:picLocks noChangeAspect="1"/>
          </p:cNvPicPr>
          <p:nvPr/>
        </p:nvPicPr>
        <p:blipFill>
          <a:blip r:embed="rId6"/>
          <a:stretch>
            <a:fillRect/>
          </a:stretch>
        </p:blipFill>
        <p:spPr>
          <a:xfrm>
            <a:off x="8215944" y="3316900"/>
            <a:ext cx="3246760" cy="2368880"/>
          </a:xfrm>
          <a:prstGeom prst="rect">
            <a:avLst/>
          </a:prstGeom>
          <a:ln>
            <a:solidFill>
              <a:schemeClr val="accent6"/>
            </a:solidFill>
          </a:ln>
        </p:spPr>
      </p:pic>
      <p:sp>
        <p:nvSpPr>
          <p:cNvPr id="28" name="正方形/長方形 27">
            <a:extLst>
              <a:ext uri="{FF2B5EF4-FFF2-40B4-BE49-F238E27FC236}">
                <a16:creationId xmlns:a16="http://schemas.microsoft.com/office/drawing/2014/main" id="{0BCDDF21-B57B-411D-82C4-FFB7A84A0D90}"/>
              </a:ext>
            </a:extLst>
          </p:cNvPr>
          <p:cNvSpPr/>
          <p:nvPr/>
        </p:nvSpPr>
        <p:spPr>
          <a:xfrm>
            <a:off x="8149570" y="3425373"/>
            <a:ext cx="709112" cy="16893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5D96551A-7785-43A0-982B-39E18DDB2B41}"/>
              </a:ext>
            </a:extLst>
          </p:cNvPr>
          <p:cNvSpPr/>
          <p:nvPr/>
        </p:nvSpPr>
        <p:spPr>
          <a:xfrm>
            <a:off x="8858682" y="5382266"/>
            <a:ext cx="1522497" cy="16893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a:extLst>
              <a:ext uri="{FF2B5EF4-FFF2-40B4-BE49-F238E27FC236}">
                <a16:creationId xmlns:a16="http://schemas.microsoft.com/office/drawing/2014/main" id="{FD28CA32-F49A-4031-90DA-6A6ACCFCCF3B}"/>
              </a:ext>
            </a:extLst>
          </p:cNvPr>
          <p:cNvSpPr/>
          <p:nvPr/>
        </p:nvSpPr>
        <p:spPr>
          <a:xfrm>
            <a:off x="10776331" y="5516845"/>
            <a:ext cx="485946" cy="16893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矢印コネクタ 32">
            <a:extLst>
              <a:ext uri="{FF2B5EF4-FFF2-40B4-BE49-F238E27FC236}">
                <a16:creationId xmlns:a16="http://schemas.microsoft.com/office/drawing/2014/main" id="{DB0227C2-7C21-432E-9D69-25B5E65526AB}"/>
              </a:ext>
            </a:extLst>
          </p:cNvPr>
          <p:cNvCxnSpPr/>
          <p:nvPr/>
        </p:nvCxnSpPr>
        <p:spPr>
          <a:xfrm flipV="1">
            <a:off x="7836590" y="3667125"/>
            <a:ext cx="545410" cy="1076325"/>
          </a:xfrm>
          <a:prstGeom prst="straightConnector1">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34" name="吹き出し: 四角形 33">
            <a:extLst>
              <a:ext uri="{FF2B5EF4-FFF2-40B4-BE49-F238E27FC236}">
                <a16:creationId xmlns:a16="http://schemas.microsoft.com/office/drawing/2014/main" id="{C81868B3-8FC7-4A1E-96FE-7EADA79B9BE8}"/>
              </a:ext>
            </a:extLst>
          </p:cNvPr>
          <p:cNvSpPr/>
          <p:nvPr/>
        </p:nvSpPr>
        <p:spPr>
          <a:xfrm>
            <a:off x="7759828" y="4799599"/>
            <a:ext cx="349467" cy="335138"/>
          </a:xfrm>
          <a:prstGeom prst="wedgeRectCallout">
            <a:avLst>
              <a:gd name="adj1" fmla="val -83494"/>
              <a:gd name="adj2" fmla="val 4917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kumimoji="1" lang="ja-JP" altLang="en-US" sz="1600" dirty="0"/>
              <a:t>③</a:t>
            </a:r>
          </a:p>
        </p:txBody>
      </p:sp>
      <p:sp>
        <p:nvSpPr>
          <p:cNvPr id="35" name="吹き出し: 四角形 34">
            <a:extLst>
              <a:ext uri="{FF2B5EF4-FFF2-40B4-BE49-F238E27FC236}">
                <a16:creationId xmlns:a16="http://schemas.microsoft.com/office/drawing/2014/main" id="{3A48285A-77F5-4CF5-B51F-30C0372A1F3D}"/>
              </a:ext>
            </a:extLst>
          </p:cNvPr>
          <p:cNvSpPr/>
          <p:nvPr/>
        </p:nvSpPr>
        <p:spPr>
          <a:xfrm>
            <a:off x="8592503" y="2206785"/>
            <a:ext cx="349467" cy="335138"/>
          </a:xfrm>
          <a:prstGeom prst="wedgeRectCallout">
            <a:avLst>
              <a:gd name="adj1" fmla="val -83494"/>
              <a:gd name="adj2" fmla="val 49175"/>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algn="ctr"/>
            <a:r>
              <a:rPr kumimoji="1" lang="ja-JP" altLang="en-US" sz="1600" dirty="0"/>
              <a:t>②</a:t>
            </a:r>
          </a:p>
        </p:txBody>
      </p:sp>
    </p:spTree>
    <p:extLst>
      <p:ext uri="{BB962C8B-B14F-4D97-AF65-F5344CB8AC3E}">
        <p14:creationId xmlns:p14="http://schemas.microsoft.com/office/powerpoint/2010/main" val="12993640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オブジェクト 26" hidden="1">
            <a:extLst>
              <a:ext uri="{FF2B5EF4-FFF2-40B4-BE49-F238E27FC236}">
                <a16:creationId xmlns:a16="http://schemas.microsoft.com/office/drawing/2014/main" id="{A9285278-D3F1-4227-8339-2C2AEF3E636C}"/>
              </a:ext>
            </a:extLst>
          </p:cNvPr>
          <p:cNvGraphicFramePr>
            <a:graphicFrameLocks noChangeAspect="1"/>
          </p:cNvGraphicFramePr>
          <p:nvPr>
            <p:custDataLst>
              <p:tags r:id="rId1"/>
            </p:custDataLst>
            <p:extLst>
              <p:ext uri="{D42A27DB-BD31-4B8C-83A1-F6EECF244321}">
                <p14:modId xmlns:p14="http://schemas.microsoft.com/office/powerpoint/2010/main" val="14703844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27" name="オブジェクト 26" hidden="1">
                        <a:extLst>
                          <a:ext uri="{FF2B5EF4-FFF2-40B4-BE49-F238E27FC236}">
                            <a16:creationId xmlns:a16="http://schemas.microsoft.com/office/drawing/2014/main" id="{A9285278-D3F1-4227-8339-2C2AEF3E63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655CFB3C-D40C-44F7-B044-CFD6A9F10AE3}"/>
              </a:ext>
            </a:extLst>
          </p:cNvPr>
          <p:cNvSpPr>
            <a:spLocks noGrp="1"/>
          </p:cNvSpPr>
          <p:nvPr>
            <p:ph type="title"/>
          </p:nvPr>
        </p:nvSpPr>
        <p:spPr/>
        <p:txBody>
          <a:bodyPr vert="horz"/>
          <a:lstStyle/>
          <a:p>
            <a:r>
              <a:rPr lang="en-US" altLang="ja-JP" dirty="0"/>
              <a:t>(</a:t>
            </a:r>
            <a:r>
              <a:rPr lang="ja-JP" altLang="en-US" dirty="0"/>
              <a:t>任意</a:t>
            </a:r>
            <a:r>
              <a:rPr lang="en-US" altLang="ja-JP" dirty="0"/>
              <a:t>)</a:t>
            </a:r>
            <a:r>
              <a:rPr lang="ja-JP" altLang="en-US" dirty="0"/>
              <a:t> 「</a:t>
            </a:r>
            <a:r>
              <a:rPr lang="en-US" altLang="ja-JP" dirty="0"/>
              <a:t>JMDC2022</a:t>
            </a:r>
            <a:r>
              <a:rPr lang="ja-JP" altLang="en-US" dirty="0"/>
              <a:t>」テンプレートを選択肢の</a:t>
            </a:r>
            <a:r>
              <a:rPr lang="en-US" altLang="ja-JP" dirty="0"/>
              <a:t>1</a:t>
            </a:r>
            <a:r>
              <a:rPr lang="ja-JP" altLang="en-US" dirty="0"/>
              <a:t>つとして表示設定する方法 </a:t>
            </a:r>
            <a:r>
              <a:rPr lang="en-US" altLang="ja-JP" dirty="0"/>
              <a:t>(1/2)</a:t>
            </a:r>
            <a:endParaRPr kumimoji="1" lang="ja-JP" altLang="en-US" dirty="0"/>
          </a:p>
        </p:txBody>
      </p:sp>
      <p:sp>
        <p:nvSpPr>
          <p:cNvPr id="4" name="テキスト プレースホルダー 3">
            <a:extLst>
              <a:ext uri="{FF2B5EF4-FFF2-40B4-BE49-F238E27FC236}">
                <a16:creationId xmlns:a16="http://schemas.microsoft.com/office/drawing/2014/main" id="{34F15AA2-9E25-4338-9FCA-B96C0970432A}"/>
              </a:ext>
            </a:extLst>
          </p:cNvPr>
          <p:cNvSpPr>
            <a:spLocks noGrp="1"/>
          </p:cNvSpPr>
          <p:nvPr>
            <p:ph type="body" sz="quarter" idx="13"/>
          </p:nvPr>
        </p:nvSpPr>
        <p:spPr/>
        <p:txBody>
          <a:bodyPr/>
          <a:lstStyle/>
          <a:p>
            <a:r>
              <a:rPr lang="ja-JP" altLang="en-US" dirty="0"/>
              <a:t>「</a:t>
            </a:r>
            <a:r>
              <a:rPr lang="en-US" altLang="ja-JP" dirty="0"/>
              <a:t>JMDC2022</a:t>
            </a:r>
            <a:r>
              <a:rPr lang="ja-JP" altLang="en-US" dirty="0"/>
              <a:t>」だけではなく、日常的に複数のテンプレートを使い分ける方に適した設定です。</a:t>
            </a:r>
            <a:endParaRPr lang="en-US" altLang="ja-JP" dirty="0"/>
          </a:p>
        </p:txBody>
      </p:sp>
      <p:pic>
        <p:nvPicPr>
          <p:cNvPr id="40" name="図 39">
            <a:extLst>
              <a:ext uri="{FF2B5EF4-FFF2-40B4-BE49-F238E27FC236}">
                <a16:creationId xmlns:a16="http://schemas.microsoft.com/office/drawing/2014/main" id="{07C5961A-8F65-48F6-BC58-2A0CD4110206}"/>
              </a:ext>
            </a:extLst>
          </p:cNvPr>
          <p:cNvPicPr>
            <a:picLocks noChangeAspect="1"/>
          </p:cNvPicPr>
          <p:nvPr/>
        </p:nvPicPr>
        <p:blipFill>
          <a:blip r:embed="rId5"/>
          <a:stretch>
            <a:fillRect/>
          </a:stretch>
        </p:blipFill>
        <p:spPr>
          <a:xfrm>
            <a:off x="7515199" y="1806609"/>
            <a:ext cx="2280444" cy="918820"/>
          </a:xfrm>
          <a:prstGeom prst="rect">
            <a:avLst/>
          </a:prstGeom>
          <a:ln>
            <a:solidFill>
              <a:schemeClr val="accent6"/>
            </a:solidFill>
          </a:ln>
        </p:spPr>
      </p:pic>
      <p:sp>
        <p:nvSpPr>
          <p:cNvPr id="52" name="正方形/長方形 51">
            <a:extLst>
              <a:ext uri="{FF2B5EF4-FFF2-40B4-BE49-F238E27FC236}">
                <a16:creationId xmlns:a16="http://schemas.microsoft.com/office/drawing/2014/main" id="{F7D6CACC-D48D-4ABE-A86A-84F9F8B38439}"/>
              </a:ext>
            </a:extLst>
          </p:cNvPr>
          <p:cNvSpPr/>
          <p:nvPr/>
        </p:nvSpPr>
        <p:spPr>
          <a:xfrm>
            <a:off x="8088210" y="2196588"/>
            <a:ext cx="549330" cy="359033"/>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9" name="グループ化 28">
            <a:extLst>
              <a:ext uri="{FF2B5EF4-FFF2-40B4-BE49-F238E27FC236}">
                <a16:creationId xmlns:a16="http://schemas.microsoft.com/office/drawing/2014/main" id="{FCD8CEFB-5490-41F7-8CD1-D787AACEB629}"/>
              </a:ext>
            </a:extLst>
          </p:cNvPr>
          <p:cNvGrpSpPr/>
          <p:nvPr/>
        </p:nvGrpSpPr>
        <p:grpSpPr>
          <a:xfrm>
            <a:off x="8729135" y="2184212"/>
            <a:ext cx="1488095" cy="836866"/>
            <a:chOff x="7773086" y="2308016"/>
            <a:chExt cx="1488095" cy="836866"/>
          </a:xfrm>
        </p:grpSpPr>
        <p:pic>
          <p:nvPicPr>
            <p:cNvPr id="51" name="図 50">
              <a:extLst>
                <a:ext uri="{FF2B5EF4-FFF2-40B4-BE49-F238E27FC236}">
                  <a16:creationId xmlns:a16="http://schemas.microsoft.com/office/drawing/2014/main" id="{4B1B771D-9F3F-4CCA-B834-B6EBE25B8CF4}"/>
                </a:ext>
              </a:extLst>
            </p:cNvPr>
            <p:cNvPicPr>
              <a:picLocks noChangeAspect="1"/>
            </p:cNvPicPr>
            <p:nvPr/>
          </p:nvPicPr>
          <p:blipFill rotWithShape="1">
            <a:blip r:embed="rId6"/>
            <a:srcRect l="9122" t="2051" r="2207" b="2250"/>
            <a:stretch/>
          </p:blipFill>
          <p:spPr>
            <a:xfrm>
              <a:off x="7779940" y="2308016"/>
              <a:ext cx="1481241" cy="836866"/>
            </a:xfrm>
            <a:prstGeom prst="rect">
              <a:avLst/>
            </a:prstGeom>
            <a:ln>
              <a:solidFill>
                <a:schemeClr val="accent6"/>
              </a:solidFill>
            </a:ln>
          </p:spPr>
        </p:pic>
        <p:sp>
          <p:nvSpPr>
            <p:cNvPr id="54" name="正方形/長方形 53">
              <a:extLst>
                <a:ext uri="{FF2B5EF4-FFF2-40B4-BE49-F238E27FC236}">
                  <a16:creationId xmlns:a16="http://schemas.microsoft.com/office/drawing/2014/main" id="{BD6A1E57-597F-4633-A159-CD2DF449F7FC}"/>
                </a:ext>
              </a:extLst>
            </p:cNvPr>
            <p:cNvSpPr/>
            <p:nvPr/>
          </p:nvSpPr>
          <p:spPr>
            <a:xfrm>
              <a:off x="7773086" y="2628376"/>
              <a:ext cx="1481240" cy="19368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E7047E9A-3B77-4E76-BDD3-DC73C7E3940D}"/>
              </a:ext>
            </a:extLst>
          </p:cNvPr>
          <p:cNvGrpSpPr/>
          <p:nvPr/>
        </p:nvGrpSpPr>
        <p:grpSpPr>
          <a:xfrm>
            <a:off x="7515198" y="3265568"/>
            <a:ext cx="4381073" cy="2018697"/>
            <a:chOff x="6765898" y="3760052"/>
            <a:chExt cx="5390325" cy="2483737"/>
          </a:xfrm>
        </p:grpSpPr>
        <p:pic>
          <p:nvPicPr>
            <p:cNvPr id="57" name="図 56">
              <a:extLst>
                <a:ext uri="{FF2B5EF4-FFF2-40B4-BE49-F238E27FC236}">
                  <a16:creationId xmlns:a16="http://schemas.microsoft.com/office/drawing/2014/main" id="{18410324-6448-4193-BDAC-C8DBCC1593AA}"/>
                </a:ext>
              </a:extLst>
            </p:cNvPr>
            <p:cNvPicPr>
              <a:picLocks noChangeAspect="1"/>
            </p:cNvPicPr>
            <p:nvPr/>
          </p:nvPicPr>
          <p:blipFill>
            <a:blip r:embed="rId7"/>
            <a:stretch>
              <a:fillRect/>
            </a:stretch>
          </p:blipFill>
          <p:spPr>
            <a:xfrm>
              <a:off x="6765898" y="3760052"/>
              <a:ext cx="3416274" cy="1129685"/>
            </a:xfrm>
            <a:prstGeom prst="rect">
              <a:avLst/>
            </a:prstGeom>
            <a:ln>
              <a:solidFill>
                <a:schemeClr val="accent6"/>
              </a:solidFill>
            </a:ln>
          </p:spPr>
        </p:pic>
        <p:sp>
          <p:nvSpPr>
            <p:cNvPr id="58" name="正方形/長方形 57">
              <a:extLst>
                <a:ext uri="{FF2B5EF4-FFF2-40B4-BE49-F238E27FC236}">
                  <a16:creationId xmlns:a16="http://schemas.microsoft.com/office/drawing/2014/main" id="{5E0B3CF0-9FE1-4695-8547-C4095CBB0670}"/>
                </a:ext>
              </a:extLst>
            </p:cNvPr>
            <p:cNvSpPr/>
            <p:nvPr/>
          </p:nvSpPr>
          <p:spPr>
            <a:xfrm>
              <a:off x="8357926" y="4001030"/>
              <a:ext cx="444500" cy="23830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31393078-2439-4B24-AA25-B34D2ADA2B59}"/>
                </a:ext>
              </a:extLst>
            </p:cNvPr>
            <p:cNvSpPr/>
            <p:nvPr/>
          </p:nvSpPr>
          <p:spPr>
            <a:xfrm>
              <a:off x="9942251" y="4499505"/>
              <a:ext cx="239921" cy="23830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1" name="グループ化 20">
              <a:extLst>
                <a:ext uri="{FF2B5EF4-FFF2-40B4-BE49-F238E27FC236}">
                  <a16:creationId xmlns:a16="http://schemas.microsoft.com/office/drawing/2014/main" id="{E3B7526A-7AFD-421C-86F7-B64CE0041D53}"/>
                </a:ext>
              </a:extLst>
            </p:cNvPr>
            <p:cNvGrpSpPr/>
            <p:nvPr/>
          </p:nvGrpSpPr>
          <p:grpSpPr>
            <a:xfrm>
              <a:off x="10315160" y="3772564"/>
              <a:ext cx="1841063" cy="2471225"/>
              <a:chOff x="11557527" y="3810645"/>
              <a:chExt cx="1841063" cy="2471225"/>
            </a:xfrm>
          </p:grpSpPr>
          <p:pic>
            <p:nvPicPr>
              <p:cNvPr id="61" name="図 60">
                <a:extLst>
                  <a:ext uri="{FF2B5EF4-FFF2-40B4-BE49-F238E27FC236}">
                    <a16:creationId xmlns:a16="http://schemas.microsoft.com/office/drawing/2014/main" id="{B380D60A-D887-4121-886D-13B894463D6E}"/>
                  </a:ext>
                </a:extLst>
              </p:cNvPr>
              <p:cNvPicPr>
                <a:picLocks noChangeAspect="1"/>
              </p:cNvPicPr>
              <p:nvPr/>
            </p:nvPicPr>
            <p:blipFill rotWithShape="1">
              <a:blip r:embed="rId8"/>
              <a:srcRect l="1742" t="1" b="20210"/>
              <a:stretch/>
            </p:blipFill>
            <p:spPr>
              <a:xfrm>
                <a:off x="11557527" y="3810645"/>
                <a:ext cx="1841063" cy="2471225"/>
              </a:xfrm>
              <a:prstGeom prst="rect">
                <a:avLst/>
              </a:prstGeom>
              <a:ln>
                <a:solidFill>
                  <a:schemeClr val="accent6"/>
                </a:solidFill>
              </a:ln>
            </p:spPr>
          </p:pic>
          <p:pic>
            <p:nvPicPr>
              <p:cNvPr id="63" name="図 62">
                <a:extLst>
                  <a:ext uri="{FF2B5EF4-FFF2-40B4-BE49-F238E27FC236}">
                    <a16:creationId xmlns:a16="http://schemas.microsoft.com/office/drawing/2014/main" id="{2A053B46-6F7F-4333-8363-71E200EF5F3C}"/>
                  </a:ext>
                </a:extLst>
              </p:cNvPr>
              <p:cNvPicPr>
                <a:picLocks noChangeAspect="1"/>
              </p:cNvPicPr>
              <p:nvPr/>
            </p:nvPicPr>
            <p:blipFill rotWithShape="1">
              <a:blip r:embed="rId8"/>
              <a:srcRect l="1742" t="79851"/>
              <a:stretch/>
            </p:blipFill>
            <p:spPr>
              <a:xfrm>
                <a:off x="11557527" y="5641010"/>
                <a:ext cx="1841063" cy="624044"/>
              </a:xfrm>
              <a:prstGeom prst="rect">
                <a:avLst/>
              </a:prstGeom>
              <a:ln>
                <a:noFill/>
              </a:ln>
            </p:spPr>
          </p:pic>
          <p:sp>
            <p:nvSpPr>
              <p:cNvPr id="64" name="正方形/長方形 63">
                <a:extLst>
                  <a:ext uri="{FF2B5EF4-FFF2-40B4-BE49-F238E27FC236}">
                    <a16:creationId xmlns:a16="http://schemas.microsoft.com/office/drawing/2014/main" id="{B6751E65-53D0-4B31-911F-7C709DAE517F}"/>
                  </a:ext>
                </a:extLst>
              </p:cNvPr>
              <p:cNvSpPr/>
              <p:nvPr/>
            </p:nvSpPr>
            <p:spPr>
              <a:xfrm>
                <a:off x="11563411" y="6015085"/>
                <a:ext cx="1822468" cy="23830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9" name="正方形/長方形 48">
            <a:extLst>
              <a:ext uri="{FF2B5EF4-FFF2-40B4-BE49-F238E27FC236}">
                <a16:creationId xmlns:a16="http://schemas.microsoft.com/office/drawing/2014/main" id="{0B97D3AE-E332-4C85-8074-2D867815CB6D}"/>
              </a:ext>
            </a:extLst>
          </p:cNvPr>
          <p:cNvSpPr/>
          <p:nvPr/>
        </p:nvSpPr>
        <p:spPr>
          <a:xfrm>
            <a:off x="7283603" y="1691106"/>
            <a:ext cx="369116" cy="36911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①</a:t>
            </a:r>
          </a:p>
        </p:txBody>
      </p:sp>
      <p:sp>
        <p:nvSpPr>
          <p:cNvPr id="13" name="正方形/長方形 12">
            <a:extLst>
              <a:ext uri="{FF2B5EF4-FFF2-40B4-BE49-F238E27FC236}">
                <a16:creationId xmlns:a16="http://schemas.microsoft.com/office/drawing/2014/main" id="{3B314399-88CA-47D6-A950-CA5C070D408B}"/>
              </a:ext>
            </a:extLst>
          </p:cNvPr>
          <p:cNvSpPr/>
          <p:nvPr/>
        </p:nvSpPr>
        <p:spPr>
          <a:xfrm>
            <a:off x="7283603" y="3149582"/>
            <a:ext cx="369116" cy="36911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②</a:t>
            </a:r>
          </a:p>
        </p:txBody>
      </p:sp>
      <p:grpSp>
        <p:nvGrpSpPr>
          <p:cNvPr id="35" name="グループ化 34">
            <a:extLst>
              <a:ext uri="{FF2B5EF4-FFF2-40B4-BE49-F238E27FC236}">
                <a16:creationId xmlns:a16="http://schemas.microsoft.com/office/drawing/2014/main" id="{E059A7BB-8975-4B96-9270-D9725FB7767E}"/>
              </a:ext>
            </a:extLst>
          </p:cNvPr>
          <p:cNvGrpSpPr/>
          <p:nvPr/>
        </p:nvGrpSpPr>
        <p:grpSpPr>
          <a:xfrm>
            <a:off x="7283603" y="4513540"/>
            <a:ext cx="3008226" cy="1763521"/>
            <a:chOff x="7283603" y="4324858"/>
            <a:chExt cx="3008226" cy="1763521"/>
          </a:xfrm>
        </p:grpSpPr>
        <p:grpSp>
          <p:nvGrpSpPr>
            <p:cNvPr id="34" name="グループ化 33">
              <a:extLst>
                <a:ext uri="{FF2B5EF4-FFF2-40B4-BE49-F238E27FC236}">
                  <a16:creationId xmlns:a16="http://schemas.microsoft.com/office/drawing/2014/main" id="{5E440F2B-EDC5-4C51-8F72-1E0B1D521F09}"/>
                </a:ext>
              </a:extLst>
            </p:cNvPr>
            <p:cNvGrpSpPr/>
            <p:nvPr/>
          </p:nvGrpSpPr>
          <p:grpSpPr>
            <a:xfrm>
              <a:off x="7397720" y="4457376"/>
              <a:ext cx="2894109" cy="1631003"/>
              <a:chOff x="7397720" y="4457376"/>
              <a:chExt cx="3522008" cy="1984861"/>
            </a:xfrm>
          </p:grpSpPr>
          <p:pic>
            <p:nvPicPr>
              <p:cNvPr id="8" name="図 7">
                <a:extLst>
                  <a:ext uri="{FF2B5EF4-FFF2-40B4-BE49-F238E27FC236}">
                    <a16:creationId xmlns:a16="http://schemas.microsoft.com/office/drawing/2014/main" id="{19586C88-F782-4CEE-A57A-723F456AB9DB}"/>
                  </a:ext>
                </a:extLst>
              </p:cNvPr>
              <p:cNvPicPr>
                <a:picLocks noChangeAspect="1"/>
              </p:cNvPicPr>
              <p:nvPr/>
            </p:nvPicPr>
            <p:blipFill>
              <a:blip r:embed="rId9"/>
              <a:stretch>
                <a:fillRect/>
              </a:stretch>
            </p:blipFill>
            <p:spPr>
              <a:xfrm>
                <a:off x="7397720" y="4457376"/>
                <a:ext cx="3522008" cy="1984861"/>
              </a:xfrm>
              <a:prstGeom prst="rect">
                <a:avLst/>
              </a:prstGeom>
              <a:ln>
                <a:solidFill>
                  <a:schemeClr val="accent6"/>
                </a:solidFill>
              </a:ln>
            </p:spPr>
          </p:pic>
          <p:sp>
            <p:nvSpPr>
              <p:cNvPr id="33" name="正方形/長方形 32">
                <a:extLst>
                  <a:ext uri="{FF2B5EF4-FFF2-40B4-BE49-F238E27FC236}">
                    <a16:creationId xmlns:a16="http://schemas.microsoft.com/office/drawing/2014/main" id="{F483F8A4-9C0A-46BE-ACF7-97AA84AE3EBD}"/>
                  </a:ext>
                </a:extLst>
              </p:cNvPr>
              <p:cNvSpPr/>
              <p:nvPr/>
            </p:nvSpPr>
            <p:spPr>
              <a:xfrm>
                <a:off x="7786146" y="5831257"/>
                <a:ext cx="2882900" cy="23830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2" name="正方形/長方形 31">
              <a:extLst>
                <a:ext uri="{FF2B5EF4-FFF2-40B4-BE49-F238E27FC236}">
                  <a16:creationId xmlns:a16="http://schemas.microsoft.com/office/drawing/2014/main" id="{7299F96B-252C-4FE2-953C-5229CC190662}"/>
                </a:ext>
              </a:extLst>
            </p:cNvPr>
            <p:cNvSpPr/>
            <p:nvPr/>
          </p:nvSpPr>
          <p:spPr>
            <a:xfrm>
              <a:off x="7283603" y="4324858"/>
              <a:ext cx="369116" cy="36911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③</a:t>
              </a:r>
            </a:p>
          </p:txBody>
        </p:sp>
      </p:grpSp>
      <p:sp>
        <p:nvSpPr>
          <p:cNvPr id="3" name="コンテンツ プレースホルダー 2">
            <a:extLst>
              <a:ext uri="{FF2B5EF4-FFF2-40B4-BE49-F238E27FC236}">
                <a16:creationId xmlns:a16="http://schemas.microsoft.com/office/drawing/2014/main" id="{78067AF2-ECC3-47CD-A9C6-BCE8983A3A0B}"/>
              </a:ext>
            </a:extLst>
          </p:cNvPr>
          <p:cNvSpPr>
            <a:spLocks noGrp="1"/>
          </p:cNvSpPr>
          <p:nvPr>
            <p:ph idx="1"/>
          </p:nvPr>
        </p:nvSpPr>
        <p:spPr/>
        <p:txBody>
          <a:bodyPr/>
          <a:lstStyle/>
          <a:p>
            <a:pPr marL="228600" indent="-228600">
              <a:lnSpc>
                <a:spcPct val="100000"/>
              </a:lnSpc>
              <a:spcBef>
                <a:spcPts val="100"/>
              </a:spcBef>
            </a:pPr>
            <a:r>
              <a:rPr lang="ja-JP" altLang="en-US" dirty="0"/>
              <a:t>① 旧</a:t>
            </a:r>
            <a:r>
              <a:rPr lang="en-US" altLang="ja-JP" dirty="0"/>
              <a:t>JMDC</a:t>
            </a:r>
            <a:r>
              <a:rPr lang="ja-JP" altLang="en-US" dirty="0"/>
              <a:t>テンプレート</a:t>
            </a:r>
            <a:r>
              <a:rPr lang="en-US" altLang="ja-JP" dirty="0"/>
              <a:t>(JMDC2019)</a:t>
            </a:r>
            <a:r>
              <a:rPr lang="ja-JP" altLang="en-US" dirty="0"/>
              <a:t>をテーマの一覧から削除する：</a:t>
            </a:r>
            <a:br>
              <a:rPr lang="en-US" altLang="ja-JP" dirty="0"/>
            </a:br>
            <a:r>
              <a:rPr lang="ja-JP" altLang="en-US" dirty="0"/>
              <a:t>任意のファイル→デザイン→テーマ→旧テンプレート</a:t>
            </a:r>
            <a:br>
              <a:rPr lang="en-US" altLang="ja-JP" dirty="0"/>
            </a:br>
            <a:r>
              <a:rPr lang="ja-JP" altLang="en-US" dirty="0"/>
              <a:t>の上で右クリック→削除</a:t>
            </a:r>
            <a:endParaRPr lang="en-US" altLang="ja-JP" dirty="0"/>
          </a:p>
          <a:p>
            <a:pPr marL="228600" indent="-228600">
              <a:lnSpc>
                <a:spcPct val="100000"/>
              </a:lnSpc>
              <a:spcBef>
                <a:spcPts val="100"/>
              </a:spcBef>
            </a:pPr>
            <a:endParaRPr lang="en-US" altLang="ja-JP" dirty="0"/>
          </a:p>
          <a:p>
            <a:pPr marL="228600" indent="-228600">
              <a:lnSpc>
                <a:spcPct val="100000"/>
              </a:lnSpc>
              <a:spcBef>
                <a:spcPts val="100"/>
              </a:spcBef>
            </a:pPr>
            <a:endParaRPr lang="en-US" altLang="ja-JP" dirty="0"/>
          </a:p>
          <a:p>
            <a:pPr marL="228600" indent="-228600">
              <a:lnSpc>
                <a:spcPct val="100000"/>
              </a:lnSpc>
              <a:spcBef>
                <a:spcPts val="100"/>
              </a:spcBef>
            </a:pPr>
            <a:r>
              <a:rPr lang="ja-JP" altLang="en-US" dirty="0"/>
              <a:t>②</a:t>
            </a:r>
            <a:r>
              <a:rPr lang="en-US" altLang="ja-JP" dirty="0"/>
              <a:t>	</a:t>
            </a:r>
            <a:r>
              <a:rPr lang="ja-JP" altLang="en-US" dirty="0"/>
              <a:t>「</a:t>
            </a:r>
            <a:r>
              <a:rPr lang="en-US" altLang="ja-JP" dirty="0"/>
              <a:t>JMDC2022_16</a:t>
            </a:r>
            <a:r>
              <a:rPr lang="ja-JP" altLang="en-US" dirty="0"/>
              <a:t>対</a:t>
            </a:r>
            <a:r>
              <a:rPr lang="en-US" altLang="ja-JP" dirty="0"/>
              <a:t>9(</a:t>
            </a:r>
            <a:r>
              <a:rPr lang="ja-JP" altLang="en-US" dirty="0"/>
              <a:t>デフォルト</a:t>
            </a:r>
            <a:r>
              <a:rPr lang="en-US" altLang="ja-JP" dirty="0"/>
              <a:t>)_v1.0</a:t>
            </a:r>
            <a:r>
              <a:rPr lang="ja-JP" altLang="en-US" dirty="0"/>
              <a:t>」を登録する：</a:t>
            </a:r>
            <a:br>
              <a:rPr lang="en-US" altLang="ja-JP" dirty="0"/>
            </a:br>
            <a:r>
              <a:rPr lang="ja-JP" altLang="en-US" dirty="0"/>
              <a:t>「</a:t>
            </a:r>
            <a:r>
              <a:rPr lang="en-US" altLang="ja-JP" dirty="0"/>
              <a:t>JMDC2022_16</a:t>
            </a:r>
            <a:r>
              <a:rPr lang="ja-JP" altLang="en-US" dirty="0"/>
              <a:t>対</a:t>
            </a:r>
            <a:r>
              <a:rPr lang="en-US" altLang="ja-JP" dirty="0"/>
              <a:t>9(</a:t>
            </a:r>
            <a:r>
              <a:rPr lang="ja-JP" altLang="en-US" dirty="0"/>
              <a:t>デフォルト</a:t>
            </a:r>
            <a:r>
              <a:rPr lang="en-US" altLang="ja-JP" dirty="0"/>
              <a:t>)_v1.0</a:t>
            </a:r>
            <a:r>
              <a:rPr lang="ja-JP" altLang="en-US" dirty="0"/>
              <a:t>」をデスクトップにコピー</a:t>
            </a:r>
            <a:br>
              <a:rPr lang="en-US" altLang="ja-JP" dirty="0"/>
            </a:br>
            <a:r>
              <a:rPr lang="ja-JP" altLang="en-US" dirty="0"/>
              <a:t>デザイン→テーマ→▼ボタン→現在のテーマを保存</a:t>
            </a:r>
            <a:endParaRPr lang="en-US" altLang="ja-JP" dirty="0"/>
          </a:p>
          <a:p>
            <a:pPr marL="228600" indent="-228600">
              <a:lnSpc>
                <a:spcPct val="100000"/>
              </a:lnSpc>
              <a:spcBef>
                <a:spcPts val="100"/>
              </a:spcBef>
            </a:pPr>
            <a:endParaRPr lang="en-US" altLang="ja-JP" dirty="0"/>
          </a:p>
          <a:p>
            <a:pPr marL="228600" indent="-228600">
              <a:lnSpc>
                <a:spcPct val="100000"/>
              </a:lnSpc>
              <a:spcBef>
                <a:spcPts val="100"/>
              </a:spcBef>
            </a:pPr>
            <a:endParaRPr lang="en-US" altLang="ja-JP" dirty="0"/>
          </a:p>
          <a:p>
            <a:pPr marL="228600" indent="-228600">
              <a:lnSpc>
                <a:spcPct val="100000"/>
              </a:lnSpc>
              <a:spcBef>
                <a:spcPts val="100"/>
              </a:spcBef>
            </a:pPr>
            <a:r>
              <a:rPr lang="ja-JP" altLang="en-US" dirty="0"/>
              <a:t>③ ファイル名に「</a:t>
            </a:r>
            <a:r>
              <a:rPr lang="en-US" altLang="ja-JP" dirty="0"/>
              <a:t>JMDC2022.thmx</a:t>
            </a:r>
            <a:r>
              <a:rPr lang="ja-JP" altLang="en-US" dirty="0"/>
              <a:t>」</a:t>
            </a:r>
            <a:r>
              <a:rPr lang="en-US" altLang="ja-JP" dirty="0"/>
              <a:t>(</a:t>
            </a:r>
            <a:r>
              <a:rPr lang="ja-JP" altLang="en-US" dirty="0"/>
              <a:t>任意</a:t>
            </a:r>
            <a:r>
              <a:rPr lang="en-US" altLang="ja-JP" dirty="0"/>
              <a:t>)</a:t>
            </a:r>
            <a:r>
              <a:rPr lang="ja-JP" altLang="en-US" dirty="0"/>
              <a:t>と入力し、保存</a:t>
            </a:r>
            <a:br>
              <a:rPr lang="en-US" altLang="ja-JP" dirty="0"/>
            </a:br>
            <a:r>
              <a:rPr lang="en-US" altLang="ja-JP" dirty="0"/>
              <a:t>(</a:t>
            </a:r>
            <a:r>
              <a:rPr lang="ja-JP" altLang="en-US" dirty="0"/>
              <a:t>保存場所の変更は不可</a:t>
            </a:r>
            <a:r>
              <a:rPr lang="en-US" altLang="ja-JP" dirty="0"/>
              <a:t>)</a:t>
            </a:r>
          </a:p>
          <a:p>
            <a:pPr marL="622300" indent="-215900">
              <a:lnSpc>
                <a:spcPct val="100000"/>
              </a:lnSpc>
              <a:spcBef>
                <a:spcPts val="100"/>
              </a:spcBef>
              <a:buFont typeface="Arial" panose="020B0604020202020204" pitchFamily="34" charset="0"/>
              <a:buChar char="•"/>
            </a:pPr>
            <a:r>
              <a:rPr lang="en-US" altLang="ja-JP" dirty="0"/>
              <a:t>C:\Users(</a:t>
            </a:r>
            <a:r>
              <a:rPr lang="ja-JP" altLang="en-US" dirty="0"/>
              <a:t>もしくはユーザー</a:t>
            </a:r>
            <a:r>
              <a:rPr lang="en-US" altLang="ja-JP" dirty="0"/>
              <a:t>)\&lt;</a:t>
            </a:r>
            <a:r>
              <a:rPr lang="ja-JP" altLang="en-US" dirty="0"/>
              <a:t>自分の名前</a:t>
            </a:r>
            <a:r>
              <a:rPr lang="en-US" altLang="ja-JP" dirty="0"/>
              <a:t>&gt;\</a:t>
            </a:r>
            <a:r>
              <a:rPr lang="en-US" altLang="ja-JP" dirty="0" err="1"/>
              <a:t>AppData</a:t>
            </a:r>
            <a:br>
              <a:rPr lang="en-US" altLang="ja-JP" dirty="0"/>
            </a:br>
            <a:r>
              <a:rPr lang="en-US" altLang="ja-JP" dirty="0"/>
              <a:t>\Roaming\Microsoft\Templates\Document Themes</a:t>
            </a:r>
          </a:p>
          <a:p>
            <a:pPr marL="228600" indent="-228600">
              <a:lnSpc>
                <a:spcPct val="100000"/>
              </a:lnSpc>
              <a:spcBef>
                <a:spcPts val="100"/>
              </a:spcBef>
            </a:pPr>
            <a:endParaRPr lang="en-US" altLang="ja-JP" dirty="0"/>
          </a:p>
          <a:p>
            <a:pPr marL="228600" indent="-228600">
              <a:lnSpc>
                <a:spcPct val="100000"/>
              </a:lnSpc>
              <a:spcBef>
                <a:spcPts val="100"/>
              </a:spcBef>
            </a:pPr>
            <a:endParaRPr lang="ja-JP" altLang="en-US" dirty="0"/>
          </a:p>
        </p:txBody>
      </p:sp>
    </p:spTree>
    <p:extLst>
      <p:ext uri="{BB962C8B-B14F-4D97-AF65-F5344CB8AC3E}">
        <p14:creationId xmlns:p14="http://schemas.microsoft.com/office/powerpoint/2010/main" val="1199340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オブジェクト 26" hidden="1">
            <a:extLst>
              <a:ext uri="{FF2B5EF4-FFF2-40B4-BE49-F238E27FC236}">
                <a16:creationId xmlns:a16="http://schemas.microsoft.com/office/drawing/2014/main" id="{A9285278-D3F1-4227-8339-2C2AEF3E636C}"/>
              </a:ext>
            </a:extLst>
          </p:cNvPr>
          <p:cNvGraphicFramePr>
            <a:graphicFrameLocks noChangeAspect="1"/>
          </p:cNvGraphicFramePr>
          <p:nvPr>
            <p:custDataLst>
              <p:tags r:id="rId1"/>
            </p:custDataLst>
            <p:extLst>
              <p:ext uri="{D42A27DB-BD31-4B8C-83A1-F6EECF244321}">
                <p14:modId xmlns:p14="http://schemas.microsoft.com/office/powerpoint/2010/main" val="1811745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359" imgH="360" progId="TCLayout.ActiveDocument.1">
                  <p:embed/>
                </p:oleObj>
              </mc:Choice>
              <mc:Fallback>
                <p:oleObj name="think-cellスライド" r:id="rId3" imgW="359" imgH="360" progId="TCLayout.ActiveDocument.1">
                  <p:embed/>
                  <p:pic>
                    <p:nvPicPr>
                      <p:cNvPr id="27" name="オブジェクト 26" hidden="1">
                        <a:extLst>
                          <a:ext uri="{FF2B5EF4-FFF2-40B4-BE49-F238E27FC236}">
                            <a16:creationId xmlns:a16="http://schemas.microsoft.com/office/drawing/2014/main" id="{A9285278-D3F1-4227-8339-2C2AEF3E63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grpSp>
        <p:nvGrpSpPr>
          <p:cNvPr id="16" name="グループ化 15">
            <a:extLst>
              <a:ext uri="{FF2B5EF4-FFF2-40B4-BE49-F238E27FC236}">
                <a16:creationId xmlns:a16="http://schemas.microsoft.com/office/drawing/2014/main" id="{ED6780B6-C678-468D-8E1D-66F98853CD7F}"/>
              </a:ext>
            </a:extLst>
          </p:cNvPr>
          <p:cNvGrpSpPr/>
          <p:nvPr/>
        </p:nvGrpSpPr>
        <p:grpSpPr>
          <a:xfrm>
            <a:off x="7343887" y="1987289"/>
            <a:ext cx="2016785" cy="1289355"/>
            <a:chOff x="10334012" y="1987289"/>
            <a:chExt cx="2003023" cy="1280557"/>
          </a:xfrm>
        </p:grpSpPr>
        <p:pic>
          <p:nvPicPr>
            <p:cNvPr id="15" name="図 14">
              <a:extLst>
                <a:ext uri="{FF2B5EF4-FFF2-40B4-BE49-F238E27FC236}">
                  <a16:creationId xmlns:a16="http://schemas.microsoft.com/office/drawing/2014/main" id="{348BE782-7544-4774-99A2-50D16D630D66}"/>
                </a:ext>
              </a:extLst>
            </p:cNvPr>
            <p:cNvPicPr>
              <a:picLocks noChangeAspect="1"/>
            </p:cNvPicPr>
            <p:nvPr/>
          </p:nvPicPr>
          <p:blipFill rotWithShape="1">
            <a:blip r:embed="rId5"/>
            <a:srcRect b="32341"/>
            <a:stretch/>
          </p:blipFill>
          <p:spPr>
            <a:xfrm>
              <a:off x="10345308" y="1987289"/>
              <a:ext cx="1991727" cy="1280557"/>
            </a:xfrm>
            <a:prstGeom prst="rect">
              <a:avLst/>
            </a:prstGeom>
            <a:ln>
              <a:solidFill>
                <a:schemeClr val="accent6"/>
              </a:solidFill>
            </a:ln>
          </p:spPr>
        </p:pic>
        <p:sp>
          <p:nvSpPr>
            <p:cNvPr id="25" name="正方形/長方形 24">
              <a:extLst>
                <a:ext uri="{FF2B5EF4-FFF2-40B4-BE49-F238E27FC236}">
                  <a16:creationId xmlns:a16="http://schemas.microsoft.com/office/drawing/2014/main" id="{A9456E9A-35F2-4594-B006-AA1BB4007620}"/>
                </a:ext>
              </a:extLst>
            </p:cNvPr>
            <p:cNvSpPr/>
            <p:nvPr/>
          </p:nvSpPr>
          <p:spPr>
            <a:xfrm>
              <a:off x="10334012" y="2521988"/>
              <a:ext cx="383525" cy="35958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C5DFE8C2-B2DA-431A-BBA5-4962BFFFEA64}"/>
                </a:ext>
              </a:extLst>
            </p:cNvPr>
            <p:cNvSpPr/>
            <p:nvPr/>
          </p:nvSpPr>
          <p:spPr>
            <a:xfrm>
              <a:off x="11237687" y="2673486"/>
              <a:ext cx="241641" cy="22655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タイトル 1">
            <a:extLst>
              <a:ext uri="{FF2B5EF4-FFF2-40B4-BE49-F238E27FC236}">
                <a16:creationId xmlns:a16="http://schemas.microsoft.com/office/drawing/2014/main" id="{655CFB3C-D40C-44F7-B044-CFD6A9F10AE3}"/>
              </a:ext>
            </a:extLst>
          </p:cNvPr>
          <p:cNvSpPr>
            <a:spLocks noGrp="1"/>
          </p:cNvSpPr>
          <p:nvPr>
            <p:ph type="title"/>
          </p:nvPr>
        </p:nvSpPr>
        <p:spPr/>
        <p:txBody>
          <a:bodyPr vert="horz"/>
          <a:lstStyle/>
          <a:p>
            <a:r>
              <a:rPr lang="en-US" altLang="ja-JP" dirty="0"/>
              <a:t>(</a:t>
            </a:r>
            <a:r>
              <a:rPr lang="ja-JP" altLang="en-US" dirty="0"/>
              <a:t>任意</a:t>
            </a:r>
            <a:r>
              <a:rPr lang="en-US" altLang="ja-JP" dirty="0"/>
              <a:t>)</a:t>
            </a:r>
            <a:r>
              <a:rPr lang="ja-JP" altLang="en-US" dirty="0"/>
              <a:t> 「</a:t>
            </a:r>
            <a:r>
              <a:rPr lang="en-US" altLang="ja-JP" dirty="0"/>
              <a:t>JMDC2022</a:t>
            </a:r>
            <a:r>
              <a:rPr lang="ja-JP" altLang="en-US" dirty="0"/>
              <a:t>」テンプレートを選択肢の</a:t>
            </a:r>
            <a:r>
              <a:rPr lang="en-US" altLang="ja-JP" dirty="0"/>
              <a:t>1</a:t>
            </a:r>
            <a:r>
              <a:rPr lang="ja-JP" altLang="en-US" dirty="0"/>
              <a:t>つとして表示設定する方法 </a:t>
            </a:r>
            <a:r>
              <a:rPr lang="en-US" altLang="ja-JP" dirty="0"/>
              <a:t>(2/2)</a:t>
            </a:r>
            <a:endParaRPr kumimoji="1" lang="ja-JP" altLang="en-US" dirty="0"/>
          </a:p>
        </p:txBody>
      </p:sp>
      <p:sp>
        <p:nvSpPr>
          <p:cNvPr id="3" name="コンテンツ プレースホルダー 2">
            <a:extLst>
              <a:ext uri="{FF2B5EF4-FFF2-40B4-BE49-F238E27FC236}">
                <a16:creationId xmlns:a16="http://schemas.microsoft.com/office/drawing/2014/main" id="{78067AF2-ECC3-47CD-A9C6-BCE8983A3A0B}"/>
              </a:ext>
            </a:extLst>
          </p:cNvPr>
          <p:cNvSpPr>
            <a:spLocks noGrp="1"/>
          </p:cNvSpPr>
          <p:nvPr>
            <p:ph idx="1"/>
          </p:nvPr>
        </p:nvSpPr>
        <p:spPr/>
        <p:txBody>
          <a:bodyPr/>
          <a:lstStyle/>
          <a:p>
            <a:pPr marL="257175" indent="-257175">
              <a:lnSpc>
                <a:spcPct val="100000"/>
              </a:lnSpc>
              <a:spcBef>
                <a:spcPts val="100"/>
              </a:spcBef>
            </a:pPr>
            <a:r>
              <a:rPr lang="ja-JP" altLang="en-US" dirty="0"/>
              <a:t>④ 「</a:t>
            </a:r>
            <a:r>
              <a:rPr lang="en-US" altLang="ja-JP" dirty="0"/>
              <a:t>JMDC2022</a:t>
            </a:r>
            <a:r>
              <a:rPr lang="ja-JP" altLang="en-US" dirty="0"/>
              <a:t>」の表示を固定する：</a:t>
            </a:r>
            <a:br>
              <a:rPr lang="en-US" altLang="ja-JP" dirty="0"/>
            </a:br>
            <a:r>
              <a:rPr lang="en-US" altLang="ja-JP" dirty="0"/>
              <a:t>Windows</a:t>
            </a:r>
            <a:r>
              <a:rPr lang="ja-JP" altLang="en-US" dirty="0"/>
              <a:t>ボタン→</a:t>
            </a:r>
            <a:r>
              <a:rPr lang="en-US" altLang="ja-JP" dirty="0"/>
              <a:t>PPT</a:t>
            </a:r>
            <a:r>
              <a:rPr lang="ja-JP" altLang="en-US" dirty="0"/>
              <a:t>→新規→ユーザー設定→</a:t>
            </a:r>
            <a:r>
              <a:rPr lang="en-US" altLang="ja-JP" dirty="0"/>
              <a:t> Document Themes</a:t>
            </a:r>
            <a:br>
              <a:rPr lang="en-US" altLang="ja-JP" dirty="0"/>
            </a:br>
            <a:r>
              <a:rPr lang="ja-JP" altLang="en-US" dirty="0"/>
              <a:t>で「</a:t>
            </a:r>
            <a:r>
              <a:rPr lang="en-US" altLang="ja-JP" dirty="0"/>
              <a:t>JMDC2022</a:t>
            </a:r>
            <a:r>
              <a:rPr lang="ja-JP" altLang="en-US" dirty="0"/>
              <a:t>」の右下にあるピンマークをクリック</a:t>
            </a:r>
            <a:endParaRPr lang="en-US" altLang="ja-JP" dirty="0"/>
          </a:p>
          <a:p>
            <a:pPr marL="646113" lvl="1" indent="-257175">
              <a:lnSpc>
                <a:spcPct val="100000"/>
              </a:lnSpc>
              <a:spcBef>
                <a:spcPts val="100"/>
              </a:spcBef>
            </a:pPr>
            <a:r>
              <a:rPr lang="en-US" altLang="ja-JP" dirty="0"/>
              <a:t>PPT</a:t>
            </a:r>
            <a:r>
              <a:rPr lang="ja-JP" altLang="en-US" dirty="0"/>
              <a:t>を立ち上げた際、常に上段に「</a:t>
            </a:r>
            <a:r>
              <a:rPr lang="en-US" altLang="ja-JP" dirty="0"/>
              <a:t>JMDC2022</a:t>
            </a:r>
            <a:r>
              <a:rPr lang="ja-JP" altLang="en-US" dirty="0"/>
              <a:t>」が</a:t>
            </a:r>
            <a:br>
              <a:rPr lang="en-US" altLang="ja-JP" dirty="0"/>
            </a:br>
            <a:r>
              <a:rPr lang="ja-JP" altLang="en-US" dirty="0"/>
              <a:t>表示される</a:t>
            </a:r>
            <a:endParaRPr lang="en-US" altLang="ja-JP" dirty="0"/>
          </a:p>
          <a:p>
            <a:pPr marL="257175" indent="-257175">
              <a:lnSpc>
                <a:spcPct val="100000"/>
              </a:lnSpc>
              <a:spcBef>
                <a:spcPts val="100"/>
              </a:spcBef>
              <a:buFont typeface="Arial" panose="020B0604020202020204" pitchFamily="34" charset="0"/>
              <a:buChar char="•"/>
            </a:pPr>
            <a:endParaRPr lang="en-US" altLang="ja-JP" dirty="0"/>
          </a:p>
          <a:p>
            <a:pPr marL="257175" indent="-257175">
              <a:lnSpc>
                <a:spcPct val="100000"/>
              </a:lnSpc>
              <a:spcBef>
                <a:spcPts val="100"/>
              </a:spcBef>
            </a:pPr>
            <a:r>
              <a:rPr lang="ja-JP" altLang="en-US" dirty="0"/>
              <a:t>⑤ 「</a:t>
            </a:r>
            <a:r>
              <a:rPr lang="en-US" altLang="ja-JP" dirty="0"/>
              <a:t>JMDC2022</a:t>
            </a:r>
            <a:r>
              <a:rPr lang="ja-JP" altLang="en-US" dirty="0"/>
              <a:t>」を選択し、</a:t>
            </a:r>
            <a:r>
              <a:rPr lang="en-US" altLang="ja-JP" dirty="0"/>
              <a:t>PPT</a:t>
            </a:r>
            <a:r>
              <a:rPr lang="ja-JP" altLang="en-US" dirty="0"/>
              <a:t>が立ち上がると、 </a:t>
            </a:r>
            <a:br>
              <a:rPr lang="en-US" altLang="ja-JP" dirty="0"/>
            </a:br>
            <a:r>
              <a:rPr lang="ja-JP" altLang="en-US" dirty="0"/>
              <a:t>「</a:t>
            </a:r>
            <a:r>
              <a:rPr lang="en-US" altLang="ja-JP" dirty="0"/>
              <a:t>JMDC2022_16</a:t>
            </a:r>
            <a:r>
              <a:rPr lang="ja-JP" altLang="en-US" dirty="0"/>
              <a:t>対</a:t>
            </a:r>
            <a:r>
              <a:rPr lang="en-US" altLang="ja-JP" dirty="0"/>
              <a:t>9(</a:t>
            </a:r>
            <a:r>
              <a:rPr lang="ja-JP" altLang="en-US" dirty="0"/>
              <a:t>デフォルト</a:t>
            </a:r>
            <a:r>
              <a:rPr lang="en-US" altLang="ja-JP" dirty="0"/>
              <a:t>)_v1.0</a:t>
            </a:r>
            <a:r>
              <a:rPr lang="ja-JP" altLang="en-US" dirty="0"/>
              <a:t>」の表紙レイアウトのみが</a:t>
            </a:r>
            <a:br>
              <a:rPr lang="en-US" altLang="ja-JP" dirty="0"/>
            </a:br>
            <a:r>
              <a:rPr lang="ja-JP" altLang="en-US" dirty="0"/>
              <a:t>表示されます。表紙以外のレイアウトは、ホーム→スライド→</a:t>
            </a:r>
            <a:br>
              <a:rPr lang="en-US" altLang="ja-JP" dirty="0"/>
            </a:br>
            <a:r>
              <a:rPr lang="ja-JP" altLang="en-US" dirty="0"/>
              <a:t>レイアウトから選択可能です</a:t>
            </a:r>
            <a:br>
              <a:rPr lang="en-US" altLang="ja-JP" dirty="0"/>
            </a:br>
            <a:br>
              <a:rPr lang="en-US" altLang="ja-JP" dirty="0"/>
            </a:br>
            <a:endParaRPr lang="ja-JP" altLang="en-US" dirty="0"/>
          </a:p>
          <a:p>
            <a:pPr marL="257175" indent="-257175">
              <a:lnSpc>
                <a:spcPct val="100000"/>
              </a:lnSpc>
              <a:spcBef>
                <a:spcPts val="100"/>
              </a:spcBef>
            </a:pPr>
            <a:endParaRPr lang="ja-JP" altLang="en-US" dirty="0"/>
          </a:p>
        </p:txBody>
      </p:sp>
      <p:grpSp>
        <p:nvGrpSpPr>
          <p:cNvPr id="18" name="グループ化 17">
            <a:extLst>
              <a:ext uri="{FF2B5EF4-FFF2-40B4-BE49-F238E27FC236}">
                <a16:creationId xmlns:a16="http://schemas.microsoft.com/office/drawing/2014/main" id="{BCEC35C1-0663-410A-BCB0-D7B1DB922DE3}"/>
              </a:ext>
            </a:extLst>
          </p:cNvPr>
          <p:cNvGrpSpPr/>
          <p:nvPr/>
        </p:nvGrpSpPr>
        <p:grpSpPr>
          <a:xfrm>
            <a:off x="9398259" y="1987289"/>
            <a:ext cx="2035669" cy="1009387"/>
            <a:chOff x="7281973" y="1987289"/>
            <a:chExt cx="2035669" cy="1009387"/>
          </a:xfrm>
        </p:grpSpPr>
        <p:grpSp>
          <p:nvGrpSpPr>
            <p:cNvPr id="17" name="グループ化 16">
              <a:extLst>
                <a:ext uri="{FF2B5EF4-FFF2-40B4-BE49-F238E27FC236}">
                  <a16:creationId xmlns:a16="http://schemas.microsoft.com/office/drawing/2014/main" id="{D1E91BA9-90D7-4B30-B929-DDC5636FEE87}"/>
                </a:ext>
              </a:extLst>
            </p:cNvPr>
            <p:cNvGrpSpPr/>
            <p:nvPr/>
          </p:nvGrpSpPr>
          <p:grpSpPr>
            <a:xfrm>
              <a:off x="7281973" y="1987289"/>
              <a:ext cx="2035669" cy="1009387"/>
              <a:chOff x="7281973" y="1987289"/>
              <a:chExt cx="2035669" cy="1009387"/>
            </a:xfrm>
          </p:grpSpPr>
          <p:pic>
            <p:nvPicPr>
              <p:cNvPr id="11" name="図 10">
                <a:extLst>
                  <a:ext uri="{FF2B5EF4-FFF2-40B4-BE49-F238E27FC236}">
                    <a16:creationId xmlns:a16="http://schemas.microsoft.com/office/drawing/2014/main" id="{6AD033F1-1CAC-48D4-8EA9-0D7725521148}"/>
                  </a:ext>
                </a:extLst>
              </p:cNvPr>
              <p:cNvPicPr>
                <a:picLocks noChangeAspect="1"/>
              </p:cNvPicPr>
              <p:nvPr/>
            </p:nvPicPr>
            <p:blipFill>
              <a:blip r:embed="rId6"/>
              <a:stretch>
                <a:fillRect/>
              </a:stretch>
            </p:blipFill>
            <p:spPr>
              <a:xfrm>
                <a:off x="7322746" y="1987289"/>
                <a:ext cx="1994896" cy="1009387"/>
              </a:xfrm>
              <a:prstGeom prst="rect">
                <a:avLst/>
              </a:prstGeom>
              <a:ln>
                <a:solidFill>
                  <a:schemeClr val="accent6"/>
                </a:solidFill>
              </a:ln>
            </p:spPr>
          </p:pic>
          <p:sp>
            <p:nvSpPr>
              <p:cNvPr id="42" name="正方形/長方形 41">
                <a:extLst>
                  <a:ext uri="{FF2B5EF4-FFF2-40B4-BE49-F238E27FC236}">
                    <a16:creationId xmlns:a16="http://schemas.microsoft.com/office/drawing/2014/main" id="{62382FF6-F72C-406F-B57A-F90423968D8D}"/>
                  </a:ext>
                </a:extLst>
              </p:cNvPr>
              <p:cNvSpPr/>
              <p:nvPr/>
            </p:nvSpPr>
            <p:spPr>
              <a:xfrm>
                <a:off x="7281973" y="2119230"/>
                <a:ext cx="383525" cy="35958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1" name="正方形/長方形 40">
              <a:extLst>
                <a:ext uri="{FF2B5EF4-FFF2-40B4-BE49-F238E27FC236}">
                  <a16:creationId xmlns:a16="http://schemas.microsoft.com/office/drawing/2014/main" id="{EDC95602-0A68-421B-A157-5BBE5B9EF934}"/>
                </a:ext>
              </a:extLst>
            </p:cNvPr>
            <p:cNvSpPr/>
            <p:nvPr/>
          </p:nvSpPr>
          <p:spPr>
            <a:xfrm>
              <a:off x="8119143" y="2294113"/>
              <a:ext cx="373468" cy="31139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2" name="正方形/長方形 21">
            <a:extLst>
              <a:ext uri="{FF2B5EF4-FFF2-40B4-BE49-F238E27FC236}">
                <a16:creationId xmlns:a16="http://schemas.microsoft.com/office/drawing/2014/main" id="{BB6F1CC1-6AF6-4171-89CE-BDE607020449}"/>
              </a:ext>
            </a:extLst>
          </p:cNvPr>
          <p:cNvSpPr/>
          <p:nvPr/>
        </p:nvSpPr>
        <p:spPr>
          <a:xfrm>
            <a:off x="7281973" y="1691106"/>
            <a:ext cx="369116" cy="36911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④</a:t>
            </a:r>
          </a:p>
        </p:txBody>
      </p:sp>
      <p:pic>
        <p:nvPicPr>
          <p:cNvPr id="13" name="図 12">
            <a:extLst>
              <a:ext uri="{FF2B5EF4-FFF2-40B4-BE49-F238E27FC236}">
                <a16:creationId xmlns:a16="http://schemas.microsoft.com/office/drawing/2014/main" id="{65A6DF61-B196-436E-86ED-3E4ACBE203F3}"/>
              </a:ext>
            </a:extLst>
          </p:cNvPr>
          <p:cNvPicPr>
            <a:picLocks noChangeAspect="1"/>
          </p:cNvPicPr>
          <p:nvPr/>
        </p:nvPicPr>
        <p:blipFill>
          <a:blip r:embed="rId7"/>
          <a:stretch>
            <a:fillRect/>
          </a:stretch>
        </p:blipFill>
        <p:spPr>
          <a:xfrm>
            <a:off x="7343887" y="3695236"/>
            <a:ext cx="4050198" cy="2443216"/>
          </a:xfrm>
          <a:prstGeom prst="rect">
            <a:avLst/>
          </a:prstGeom>
          <a:ln>
            <a:solidFill>
              <a:schemeClr val="accent6"/>
            </a:solidFill>
          </a:ln>
        </p:spPr>
      </p:pic>
      <p:sp>
        <p:nvSpPr>
          <p:cNvPr id="20" name="正方形/長方形 19">
            <a:extLst>
              <a:ext uri="{FF2B5EF4-FFF2-40B4-BE49-F238E27FC236}">
                <a16:creationId xmlns:a16="http://schemas.microsoft.com/office/drawing/2014/main" id="{A06C93AE-B40A-4DBF-BF7D-7F7421243492}"/>
              </a:ext>
            </a:extLst>
          </p:cNvPr>
          <p:cNvSpPr/>
          <p:nvPr/>
        </p:nvSpPr>
        <p:spPr>
          <a:xfrm>
            <a:off x="7281973" y="3510677"/>
            <a:ext cx="369116" cy="369116"/>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t>⑤</a:t>
            </a:r>
          </a:p>
        </p:txBody>
      </p:sp>
      <p:sp>
        <p:nvSpPr>
          <p:cNvPr id="23" name="正方形/長方形 22">
            <a:extLst>
              <a:ext uri="{FF2B5EF4-FFF2-40B4-BE49-F238E27FC236}">
                <a16:creationId xmlns:a16="http://schemas.microsoft.com/office/drawing/2014/main" id="{A0A4C799-1486-497E-B023-4FB08EBDCBB0}"/>
              </a:ext>
            </a:extLst>
          </p:cNvPr>
          <p:cNvSpPr/>
          <p:nvPr/>
        </p:nvSpPr>
        <p:spPr>
          <a:xfrm>
            <a:off x="8058150" y="3873132"/>
            <a:ext cx="730386" cy="903956"/>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33245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86162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7037&quot;&gt;&lt;version val=&quot;3261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3&quot;&gt;&lt;elem m_fUsage=&quot;6.31876096375525531101E+00&quot;&gt;&lt;m_msothmcolidx val=&quot;0&quot;/&gt;&lt;m_rgb r=&quot;DD&quot; g=&quot;F3&quot; b=&quot;E4&quot;/&gt;&lt;/elem&gt;&lt;elem m_fUsage=&quot;3.58818266206805036589E+00&quot;&gt;&lt;m_msothmcolidx val=&quot;0&quot;/&gt;&lt;m_rgb r=&quot;53&quot; g=&quot;C5&quot; b=&quot;7A&quot;/&gt;&lt;/elem&gt;&lt;elem m_fUsage=&quot;4.02705271474954745736E-02&quot;&gt;&lt;m_msothmcolidx val=&quot;0&quot;/&gt;&lt;m_rgb r=&quot;00&quot; g=&quot;59&quot; b=&quot;00&quot;/&gt;&lt;/elem&gt;&lt;elem m_fUsage=&quot;3.66685204475502915522E-02&quot;&gt;&lt;m_msothmcolidx val=&quot;0&quot;/&gt;&lt;m_rgb r=&quot;0D&quot; g=&quot;AE&quot; b=&quot;41&quot;/&gt;&lt;/elem&gt;&lt;elem m_fUsage=&quot;5.03993083318649785080E-03&quot;&gt;&lt;m_msothmcolidx val=&quot;0&quot;/&gt;&lt;m_rgb r=&quot;52&quot; g=&quot;BE&quot; b=&quot;75&quot;/&gt;&lt;/elem&gt;&lt;elem m_fUsage=&quot;4.83734407832594765636E-03&quot;&gt;&lt;m_msothmcolidx val=&quot;0&quot;/&gt;&lt;m_rgb r=&quot;0A&quot; g=&quot;7C&quot; b=&quot;2F&quot;/&gt;&lt;/elem&gt;&lt;elem m_fUsage=&quot;2.46862275608918102510E-03&quot;&gt;&lt;m_msothmcolidx val=&quot;0&quot;/&gt;&lt;m_rgb r=&quot;06&quot; g=&quot;55&quot; b=&quot;20&quot;/&gt;&lt;/elem&gt;&lt;elem m_fUsage=&quot;1.79701029991443349265E-03&quot;&gt;&lt;m_msothmcolidx val=&quot;0&quot;/&gt;&lt;m_rgb r=&quot;0C&quot; g=&quot;AA&quot; b=&quot;41&quot;/&gt;&lt;/elem&gt;&lt;elem m_fUsage=&quot;1.61730926992299014339E-03&quot;&gt;&lt;m_msothmcolidx val=&quot;0&quot;/&gt;&lt;m_rgb r=&quot;07&quot; g=&quot;61&quot; b=&quot;24&quot;/&gt;&lt;/elem&gt;&lt;elem m_fUsage=&quot;1.61948387278817740884E-04&quot;&gt;&lt;m_msothmcolidx val=&quot;0&quot;/&gt;&lt;m_rgb r=&quot;98&quot; g=&quot;DC&quot; b=&quot;AF&quot;/&gt;&lt;/elem&gt;&lt;elem m_fUsage=&quot;9.56552434365126250234E-05&quot;&gt;&lt;m_msothmcolidx val=&quot;0&quot;/&gt;&lt;m_rgb r=&quot;09&quot; g=&quot;7F&quot; b=&quot;31&quot;/&gt;&lt;/elem&gt;&lt;elem m_fUsage=&quot;5.13431418075965419049E-05&quot;&gt;&lt;m_msothmcolidx val=&quot;0&quot;/&gt;&lt;m_rgb r=&quot;0A&quot; g=&quot;83&quot; b=&quot;31&quot;/&gt;&lt;/elem&gt;&lt;elem m_fUsage=&quot;2.24167732551681854903E-05&quot;&gt;&lt;m_msothmcolidx val=&quot;0&quot;/&gt;&lt;m_rgb r=&quot;0E&quot; g=&quot;C2&quot; b=&quot;00&quot;/&gt;&lt;/elem&gt;&lt;elem m_fUsage=&quot;6.89249269015347901192E-06&quot;&gt;&lt;m_msothmcolidx val=&quot;0&quot;/&gt;&lt;m_rgb r=&quot;CB&quot; g=&quot;D8&quot; b=&quot;EF&quot;/&gt;&lt;/elem&gt;&lt;elem m_fUsage=&quot;5.72192753140146252402E-06&quot;&gt;&lt;m_msothmcolidx val=&quot;0&quot;/&gt;&lt;m_rgb r=&quot;63&quot; g=&quot;89&quot; b=&quot;CE&quot;/&gt;&lt;/elem&gt;&lt;elem m_fUsage=&quot;4.81315889736668078489E-06&quot;&gt;&lt;m_msothmcolidx val=&quot;0&quot;/&gt;&lt;m_rgb r=&quot;97&quot; g=&quot;B0&quot; b=&quot;DE&quot;/&gt;&lt;/elem&gt;&lt;elem m_fUsage=&quot;3.39041615347857003100E-06&quot;&gt;&lt;m_msothmcolidx val=&quot;0&quot;/&gt;&lt;m_rgb r=&quot;84&quot; g=&quot;F6&quot; b=&quot;AB&quot;/&gt;&lt;/elem&gt;&lt;elem m_fUsage=&quot;3.26615480316740231095E-06&quot;&gt;&lt;m_msothmcolidx val=&quot;0&quot;/&gt;&lt;m_rgb r=&quot;F6&quot; g=&quot;87&quot; b=&quot;84&quot;/&gt;&lt;/elem&gt;&lt;elem m_fUsage=&quot;8.21710489548410890513E-07&quot;&gt;&lt;m_msothmcolidx val=&quot;0&quot;/&gt;&lt;m_rgb r=&quot;F3&quot; g=&quot;9A&quot; b=&quot;ED&quot;/&gt;&lt;/elem&gt;&lt;elem m_fUsage=&quot;5.09593898776371821834E-07&quot;&gt;&lt;m_msothmcolidx val=&quot;0&quot;/&gt;&lt;m_rgb r=&quot;0D&quot; g=&quot;AA&quot; b=&quot;40&quot;/&gt;&lt;/elem&gt;&lt;elem m_fUsage=&quot;3.18756352374790511615E-07&quot;&gt;&lt;m_msothmcolidx val=&quot;0&quot;/&gt;&lt;m_rgb r=&quot;04&quot; g=&quot;42&quot; b=&quot;04&quot;/&gt;&lt;/elem&gt;&lt;elem m_fUsage=&quot;4.26495693068163270119E-09&quot;&gt;&lt;m_msothmcolidx val=&quot;0&quot;/&gt;&lt;m_rgb r=&quot;0B&quot; g=&quot;95&quot; b=&quot;37&quot;/&gt;&lt;/elem&gt;&lt;elem m_fUsage=&quot;3.57330166477345500949E-09&quot;&gt;&lt;m_msothmcolidx val=&quot;0&quot;/&gt;&lt;m_rgb r=&quot;08&quot; g=&quot;80&quot; b=&quot;80&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Q91S1ZBmBgoJqY8Vd7xl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JMDC">
  <a:themeElements>
    <a:clrScheme name="ユーザー定義 9">
      <a:dk1>
        <a:srgbClr val="2D2D2D"/>
      </a:dk1>
      <a:lt1>
        <a:srgbClr val="FFFFFF"/>
      </a:lt1>
      <a:dk2>
        <a:srgbClr val="7F0C09"/>
      </a:dk2>
      <a:lt2>
        <a:srgbClr val="D6A5C3"/>
      </a:lt2>
      <a:accent1>
        <a:srgbClr val="0CAA41"/>
      </a:accent1>
      <a:accent2>
        <a:srgbClr val="53C57A"/>
      </a:accent2>
      <a:accent3>
        <a:srgbClr val="C2E9BE"/>
      </a:accent3>
      <a:accent4>
        <a:srgbClr val="E5F5EA"/>
      </a:accent4>
      <a:accent5>
        <a:srgbClr val="E7E7E7"/>
      </a:accent5>
      <a:accent6>
        <a:srgbClr val="9B9B9B"/>
      </a:accent6>
      <a:hlink>
        <a:srgbClr val="7F0C09"/>
      </a:hlink>
      <a:folHlink>
        <a:srgbClr val="687F8F"/>
      </a:folHlink>
    </a:clrScheme>
    <a:fontScheme name="ユーザー定義 4">
      <a:majorFont>
        <a:latin typeface="Noto Sans CJK JP Regular"/>
        <a:ea typeface="Noto Sans CJK JP Regular"/>
        <a:cs typeface=""/>
      </a:majorFont>
      <a:minorFont>
        <a:latin typeface="Noto Sans CJK JP Regular"/>
        <a:ea typeface="Noto Sans CJK JP Regular"/>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kumimoji="1"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sz="1600" dirty="0" smtClean="0"/>
        </a:defPPr>
      </a:lstStyle>
    </a:txDef>
  </a:objectDefaults>
  <a:extraClrSchemeLst/>
  <a:extLst>
    <a:ext uri="{05A4C25C-085E-4340-85A3-A5531E510DB2}">
      <thm15:themeFamily xmlns:thm15="http://schemas.microsoft.com/office/thememl/2012/main" name="JMDC" id="{600B2270-205A-4DD2-85AE-574375EFD4E7}" vid="{70B36A12-C949-475E-9283-2CDACEE5E57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TotalTime>
  <Words>2559</Words>
  <Application>Microsoft Office PowerPoint</Application>
  <PresentationFormat>ワイド画面</PresentationFormat>
  <Paragraphs>116</Paragraphs>
  <Slides>17</Slides>
  <Notes>0</Notes>
  <HiddenSlides>0</HiddenSlides>
  <MMClips>0</MMClips>
  <ScaleCrop>false</ScaleCrop>
  <HeadingPairs>
    <vt:vector size="8" baseType="variant">
      <vt:variant>
        <vt:lpstr>使用されているフォント</vt:lpstr>
      </vt:variant>
      <vt:variant>
        <vt:i4>4</vt:i4>
      </vt:variant>
      <vt:variant>
        <vt:lpstr>テーマ</vt:lpstr>
      </vt:variant>
      <vt:variant>
        <vt:i4>1</vt:i4>
      </vt:variant>
      <vt:variant>
        <vt:lpstr>埋め込まれた OLE サーバー</vt:lpstr>
      </vt:variant>
      <vt:variant>
        <vt:i4>1</vt:i4>
      </vt:variant>
      <vt:variant>
        <vt:lpstr>スライド タイトル</vt:lpstr>
      </vt:variant>
      <vt:variant>
        <vt:i4>17</vt:i4>
      </vt:variant>
    </vt:vector>
  </HeadingPairs>
  <TitlesOfParts>
    <vt:vector size="23" baseType="lpstr">
      <vt:lpstr>Noto Sans CJK JP Medium</vt:lpstr>
      <vt:lpstr>Noto Sans CJK JP Regular</vt:lpstr>
      <vt:lpstr>游ゴシック</vt:lpstr>
      <vt:lpstr>Arial</vt:lpstr>
      <vt:lpstr>JMDC</vt:lpstr>
      <vt:lpstr>think-cellスライド</vt:lpstr>
      <vt:lpstr>JMDCパワーポイント ルールブック</vt:lpstr>
      <vt:lpstr>目次</vt:lpstr>
      <vt:lpstr>フォーマット変更の目的</vt:lpstr>
      <vt:lpstr>フォーマット変更の目的と原則（1/2）</vt:lpstr>
      <vt:lpstr>フォーマット変更の目的と原則（2/2）</vt:lpstr>
      <vt:lpstr>テンプレの使用ルール</vt:lpstr>
      <vt:lpstr>全スライド共通のルール</vt:lpstr>
      <vt:lpstr>表紙スライドのルール</vt:lpstr>
      <vt:lpstr>コンテンツスライドのルール</vt:lpstr>
      <vt:lpstr>素材集の使い方</vt:lpstr>
      <vt:lpstr>素材集をご活用ください！</vt:lpstr>
      <vt:lpstr>フォーマット・素材集のデフォルト設定方法</vt:lpstr>
      <vt:lpstr>異なるフォーマットの結合方法</vt:lpstr>
      <vt:lpstr>(任意) PPT起動時のデフォルト設定 (おススメ)</vt:lpstr>
      <vt:lpstr>(任意) 「JMDC2022」テンプレートを選択肢の1つとして表示設定する方法 (1/2)</vt:lpstr>
      <vt:lpstr>(任意) 「JMDC2022」テンプレートを選択肢の1つとして表示設定する方法 (2/2)</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箱田　真実</cp:lastModifiedBy>
  <cp:revision>736</cp:revision>
  <cp:lastPrinted>2020-11-04T05:16:16Z</cp:lastPrinted>
  <dcterms:created xsi:type="dcterms:W3CDTF">2019-02-18T01:40:27Z</dcterms:created>
  <dcterms:modified xsi:type="dcterms:W3CDTF">2025-08-06T00:09:14Z</dcterms:modified>
</cp:coreProperties>
</file>