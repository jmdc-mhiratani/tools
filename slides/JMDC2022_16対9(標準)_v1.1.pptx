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handoutMasterIdLst>
    <p:handoutMasterId r:id="rId8"/>
  </p:handoutMasterIdLst>
  <p:sldIdLst>
    <p:sldId id="3077" r:id="rId2"/>
    <p:sldId id="3062" r:id="rId3"/>
    <p:sldId id="3063" r:id="rId4"/>
    <p:sldId id="3064" r:id="rId5"/>
    <p:sldId id="3066" r:id="rId6"/>
  </p:sldIdLst>
  <p:sldSz cx="12192000" cy="6858000"/>
  <p:notesSz cx="6886575" cy="100171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00CC"/>
    <a:srgbClr val="FFD9B3"/>
    <a:srgbClr val="FFCC99"/>
    <a:srgbClr val="FFFFCC"/>
    <a:srgbClr val="CAD7EE"/>
    <a:srgbClr val="2D2D2D"/>
    <a:srgbClr val="E576A3"/>
    <a:srgbClr val="E983A0"/>
    <a:srgbClr val="EC9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3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1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12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C8999BB-D453-4C97-A902-708865AE2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BB51D3-1CD9-464B-A995-60015A1D4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002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r">
              <a:defRPr sz="1200"/>
            </a:lvl1pPr>
          </a:lstStyle>
          <a:p>
            <a:fld id="{1DA409E0-CCF6-460B-B0F1-2953F860014A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170BC-37CA-456B-B099-8D385210A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9164FB-BF64-44CC-A294-18BCB5B82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002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r">
              <a:defRPr sz="1200"/>
            </a:lvl1pPr>
          </a:lstStyle>
          <a:p>
            <a:fld id="{990D37E6-1BA4-4302-B17A-288AB4B27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71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r">
              <a:defRPr sz="1300"/>
            </a:lvl1pPr>
          </a:lstStyle>
          <a:p>
            <a:fld id="{8FAA7CA5-D2BB-450E-A260-D483A94AF1AB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7100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78" tIns="48289" rIns="96578" bIns="4828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vert="horz" lIns="96578" tIns="48289" rIns="96578" bIns="4828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r">
              <a:defRPr sz="1300"/>
            </a:lvl1pPr>
          </a:lstStyle>
          <a:p>
            <a:fld id="{91C0D6BC-FAAE-44FB-A5E4-13028E108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4CB2F681-2736-44E1-A654-D251ACDC32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968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4CB2F681-2736-44E1-A654-D251ACDC32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9350" y="2531006"/>
            <a:ext cx="6261100" cy="1047600"/>
          </a:xfrm>
        </p:spPr>
        <p:txBody>
          <a:bodyPr vert="horz" wrap="none" anchor="t" anchorCtr="0"/>
          <a:lstStyle>
            <a:lvl1pPr algn="ctr">
              <a:lnSpc>
                <a:spcPct val="100000"/>
              </a:lnSpc>
              <a:defRPr sz="32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9350" y="4079468"/>
            <a:ext cx="6261100" cy="371882"/>
          </a:xfrm>
        </p:spPr>
        <p:txBody>
          <a:bodyPr anchor="t"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C2B4702-F4DE-4CB4-AFC0-65CDB1B18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9350" y="4852540"/>
            <a:ext cx="6261100" cy="248400"/>
          </a:xfrm>
        </p:spPr>
        <p:txBody>
          <a:bodyPr wrap="none" anchor="ctr" anchorCtr="0"/>
          <a:lstStyle>
            <a:lvl1pPr algn="ctr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05B76399-7B3F-452B-99DE-9D4F211A10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485" y="739467"/>
            <a:ext cx="2644221" cy="128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337C0E97-9585-4CBC-B08E-4DF1FCF0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722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F9C4F8C-82C7-4E62-A6FF-E886399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052513"/>
            <a:ext cx="10563226" cy="648000"/>
          </a:xfrm>
        </p:spPr>
        <p:txBody>
          <a:bodyPr vert="horz" lIns="0" tIns="36000" rIns="0" bIns="36000" anchor="ctr" anchorCtr="0"/>
          <a:lstStyle>
            <a:lvl1pPr algn="ctr">
              <a:defRPr sz="20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7A05FB-5E4D-4991-891B-2F9A06EBC667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2AE47C-7B5A-4D6F-B622-B9EE6DD8F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6101" y="2346985"/>
            <a:ext cx="6019799" cy="3907810"/>
          </a:xfrm>
        </p:spPr>
        <p:txBody>
          <a:bodyPr anchor="t" anchorCtr="1"/>
          <a:lstStyle>
            <a:lvl1pPr marL="200025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2438" indent="-201600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5963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7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45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C8EE57F1-F0A9-4D0D-B777-AFCB5B2CE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066F155-3188-4AA8-A660-ABF2470A83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AA7107C-6AF2-4215-99A8-729EB6855E9F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60C349-EBEF-4D48-A384-8338314FD92F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3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1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見出し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BF946D33-0522-407D-92E1-EB11EE540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942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722D36E6-DD5E-40E4-9D8C-A3C0BE69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2371836"/>
            <a:ext cx="11040000" cy="900000"/>
          </a:xfrm>
        </p:spPr>
        <p:txBody>
          <a:bodyPr anchor="b" anchorCtr="0"/>
          <a:lstStyle>
            <a:lvl1pPr marL="0" indent="0" algn="ctr">
              <a:buNone/>
              <a:defRPr sz="5000" b="1">
                <a:solidFill>
                  <a:srgbClr val="53C57A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832386-A3A6-4262-831B-138FA568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429000"/>
            <a:ext cx="11040000" cy="360000"/>
          </a:xfrm>
        </p:spPr>
        <p:txBody>
          <a:bodyPr vert="horz" lIns="0" tIns="0" rIns="0" bIns="144000" anchor="t"/>
          <a:lstStyle>
            <a:lvl1pPr algn="ctr">
              <a:defRPr sz="3200" b="1">
                <a:solidFill>
                  <a:srgbClr val="2D2D2D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4BA59FC-70BE-4938-AB37-618B2B709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7FA3722-778B-4F44-8122-F34A3EF26DE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0680FA-9C4D-47DA-BDAE-E3CC06EEFE63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985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22BB6BD2-0807-4A2A-A627-20D383234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193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90" y="188913"/>
            <a:ext cx="10563223" cy="620908"/>
          </a:xfrm>
        </p:spPr>
        <p:txBody>
          <a:bodyPr vert="horz" lIns="0" tIns="36000" rIns="0" bIns="72000" anchor="b" anchorCtr="0"/>
          <a:lstStyle>
            <a:lvl1pPr>
              <a:defRPr sz="2000" b="1" i="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914824"/>
            <a:ext cx="10563225" cy="4351878"/>
          </a:xfrm>
          <a:ln>
            <a:noFill/>
          </a:ln>
        </p:spPr>
        <p:txBody>
          <a:bodyPr lIns="0" rIns="0"/>
          <a:lstStyle>
            <a:lvl1pPr>
              <a:lnSpc>
                <a:spcPct val="125000"/>
              </a:lnSpc>
              <a:defRPr sz="1600">
                <a:solidFill>
                  <a:srgbClr val="2D2D2D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buClrTx/>
              <a:defRPr sz="1600">
                <a:solidFill>
                  <a:srgbClr val="2D2D2D"/>
                </a:solidFill>
                <a:latin typeface="+mn-lt"/>
                <a:ea typeface="+mn-ea"/>
              </a:defRPr>
            </a:lvl2pPr>
            <a:lvl3pPr marL="819150" indent="-182563">
              <a:lnSpc>
                <a:spcPct val="125000"/>
              </a:lnSpc>
              <a:buClrTx/>
              <a:buFont typeface="游ゴシック" panose="020B0400000000000000" pitchFamily="50" charset="-128"/>
              <a:buChar char="•"/>
              <a:defRPr sz="1600">
                <a:solidFill>
                  <a:srgbClr val="2D2D2D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4E2D77-7E7A-42A8-82FA-8E50190B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89" y="791106"/>
            <a:ext cx="10563224" cy="900000"/>
          </a:xfrm>
        </p:spPr>
        <p:txBody>
          <a:bodyPr lIns="0" tIns="72000" rIns="0" bIns="72000"/>
          <a:lstStyle>
            <a:lvl1pPr>
              <a:lnSpc>
                <a:spcPct val="125000"/>
              </a:lnSpc>
              <a:spcBef>
                <a:spcPts val="0"/>
              </a:spcBef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spcBef>
                <a:spcPts val="0"/>
              </a:spcBef>
              <a:buClrTx/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36587" indent="0">
              <a:spcBef>
                <a:spcPts val="0"/>
              </a:spcBef>
              <a:buClr>
                <a:schemeClr val="accent1"/>
              </a:buClr>
              <a:buFont typeface="游ゴシック" panose="020B0400000000000000" pitchFamily="50" charset="-128"/>
              <a:buNone/>
              <a:defRPr b="1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8CA1C3-62CA-4355-9BFA-019950074359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0705110-15CF-4414-A9EF-CCABC7988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939E9BA3-482A-49D6-8FC2-21A7E28542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131A67-7454-4E80-BAE6-84513290F67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20C161-6FB6-465C-A013-A8CE1D3DC8AE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61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" userDrawn="1">
          <p15:clr>
            <a:srgbClr val="FBAE40"/>
          </p15:clr>
        </p15:guide>
        <p15:guide id="2" pos="7167" userDrawn="1">
          <p15:clr>
            <a:srgbClr val="FBAE40"/>
          </p15:clr>
        </p15:guide>
        <p15:guide id="3" pos="513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9F2E24A-F9AF-4FB5-9A55-6CD620035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2885000"/>
            <a:ext cx="2880000" cy="1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5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3779C39E-E640-4ACF-9D66-42B25DD4D6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69618471"/>
              </p:ext>
            </p:ext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CA714621-1462-4A3C-BC13-055901280D61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2000" b="0" i="0" baseline="0" dirty="0">
              <a:latin typeface="Noto Sans CJK JP Medium" panose="020B0600000000000000" pitchFamily="34" charset="-128"/>
              <a:ea typeface="Noto Sans CJK JP Medium" panose="020B0600000000000000" pitchFamily="34" charset="-128"/>
              <a:cs typeface="+mj-cs"/>
              <a:sym typeface="Noto Sans CJK JP Medium" panose="020B06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192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4" r:id="rId3"/>
    <p:sldLayoutId id="2147483680" r:id="rId4"/>
    <p:sldLayoutId id="214748368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57163" algn="l" defTabSz="914400" rtl="0" eaLnBrk="1" latinLnBrk="0" hangingPunct="1">
        <a:lnSpc>
          <a:spcPct val="100000"/>
        </a:lnSpc>
        <a:spcBef>
          <a:spcPts val="300"/>
        </a:spcBef>
        <a:buClrTx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150" indent="-182563" algn="l" defTabSz="914400" rtl="0" eaLnBrk="1" latinLnBrk="0" hangingPunct="1">
        <a:lnSpc>
          <a:spcPct val="100000"/>
        </a:lnSpc>
        <a:spcBef>
          <a:spcPts val="300"/>
        </a:spcBef>
        <a:buClrTx/>
        <a:buFont typeface="游ゴシック" panose="020B0400000000000000" pitchFamily="50" charset="-128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0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1000" indent="-182563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Char char="‒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E9BF4D4B-4372-4F1A-BDEB-478ADD29C9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1525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764B2115-2340-418D-948B-7B5B29B647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kumimoji="1" lang="ja-JP" altLang="en-US" dirty="0"/>
              <a:t>令和</a:t>
            </a:r>
            <a:r>
              <a:rPr kumimoji="1" lang="en-US" altLang="ja-JP" dirty="0"/>
              <a:t>7</a:t>
            </a:r>
            <a:r>
              <a:rPr kumimoji="1" lang="ja-JP" altLang="en-US" dirty="0"/>
              <a:t>年度向けサービスのご提案</a:t>
            </a:r>
            <a:br>
              <a:rPr kumimoji="1" lang="en-US" altLang="ja-JP" dirty="0"/>
            </a:br>
            <a:r>
              <a:rPr kumimoji="1" lang="ja-JP" altLang="en-US" dirty="0"/>
              <a:t>健康課題を解決するソリューションのご案内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3A2AA5-4A12-4690-A17D-EF40E6493D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株式会社</a:t>
            </a:r>
            <a:r>
              <a:rPr kumimoji="1" lang="en-US" altLang="ja-JP" dirty="0" err="1"/>
              <a:t>JMDC</a:t>
            </a:r>
            <a:endParaRPr kumimoji="1" lang="en-US" altLang="ja-JP" dirty="0"/>
          </a:p>
          <a:p>
            <a:r>
              <a:rPr lang="ja-JP" altLang="en-US" dirty="0"/>
              <a:t>公共政策・産学連携本部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B2D5D3E-C520-4241-B030-AC76728A7C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202x</a:t>
            </a:r>
            <a:r>
              <a:rPr kumimoji="1" lang="ja-JP" altLang="en-US" dirty="0"/>
              <a:t>年</a:t>
            </a:r>
            <a:r>
              <a:rPr kumimoji="1" lang="en-US" altLang="ja-JP" dirty="0"/>
              <a:t>xx</a:t>
            </a:r>
            <a:r>
              <a:rPr kumimoji="1" lang="ja-JP" altLang="en-US" dirty="0"/>
              <a:t>月</a:t>
            </a:r>
            <a:r>
              <a:rPr kumimoji="1" lang="en-US" altLang="ja-JP" dirty="0"/>
              <a:t>xx</a:t>
            </a:r>
            <a:r>
              <a:rPr kumimoji="1" lang="ja-JP" altLang="en-US" dirty="0"/>
              <a:t>日</a:t>
            </a:r>
            <a:endParaRPr kumimoji="1" lang="en-US" altLang="ja-JP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9B23FCE1-ACBF-38EE-665D-FACA53DDA658}"/>
              </a:ext>
            </a:extLst>
          </p:cNvPr>
          <p:cNvGrpSpPr/>
          <p:nvPr/>
        </p:nvGrpSpPr>
        <p:grpSpPr>
          <a:xfrm>
            <a:off x="257996" y="101487"/>
            <a:ext cx="2971890" cy="551150"/>
            <a:chOff x="9946094" y="228600"/>
            <a:chExt cx="2971890" cy="551150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D942B415-DF09-ADA1-AC64-477DBCB0B88F}"/>
                </a:ext>
              </a:extLst>
            </p:cNvPr>
            <p:cNvSpPr/>
            <p:nvPr userDrawn="1"/>
          </p:nvSpPr>
          <p:spPr>
            <a:xfrm>
              <a:off x="9946094" y="228600"/>
              <a:ext cx="2454940" cy="55115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プレースホルダー 8">
              <a:extLst>
                <a:ext uri="{FF2B5EF4-FFF2-40B4-BE49-F238E27FC236}">
                  <a16:creationId xmlns:a16="http://schemas.microsoft.com/office/drawing/2014/main" id="{F4C8954C-1B25-0C94-E219-678C06E8632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90945" y="268400"/>
              <a:ext cx="2927039" cy="51135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ja-JP" sz="900" dirty="0">
                  <a:solidFill>
                    <a:srgbClr val="FF0000"/>
                  </a:solidFill>
                  <a:latin typeface="+mn-ea"/>
                  <a:ea typeface="+mn-ea"/>
                </a:rPr>
                <a:t>【</a:t>
              </a:r>
              <a:r>
                <a:rPr lang="ja-JP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外部秘</a:t>
              </a:r>
              <a:r>
                <a:rPr lang="en-US" altLang="ja-JP" sz="900" dirty="0">
                  <a:solidFill>
                    <a:srgbClr val="FF0000"/>
                  </a:solidFill>
                  <a:latin typeface="+mn-ea"/>
                  <a:ea typeface="+mn-ea"/>
                </a:rPr>
                <a:t>】</a:t>
              </a:r>
              <a:br>
                <a:rPr lang="en-US" altLang="ja-JP" sz="900" dirty="0">
                  <a:solidFill>
                    <a:srgbClr val="FF0000"/>
                  </a:solidFill>
                  <a:latin typeface="+mn-ea"/>
                  <a:ea typeface="+mn-ea"/>
                </a:rPr>
              </a:br>
              <a:r>
                <a:rPr lang="ja-JP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本資料の閲覧・共有は貴庁内に留めて頂き、</a:t>
              </a:r>
              <a:br>
                <a:rPr lang="en-US" altLang="ja-JP" sz="900" dirty="0">
                  <a:solidFill>
                    <a:srgbClr val="FF0000"/>
                  </a:solidFill>
                  <a:latin typeface="+mn-ea"/>
                  <a:ea typeface="+mn-ea"/>
                </a:rPr>
              </a:br>
              <a:r>
                <a:rPr lang="ja-JP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外部への提供等はお控えください。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7279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F87EBF54-D5EA-44B0-8CB4-F235D022BE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F87EBF54-D5EA-44B0-8CB4-F235D022BE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D846E46B-C505-4A35-B788-09EC94DA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タイトル </a:t>
            </a:r>
            <a:r>
              <a:rPr kumimoji="1" lang="en-US" altLang="ja-JP" dirty="0"/>
              <a:t>(20pt, </a:t>
            </a:r>
            <a:r>
              <a:rPr kumimoji="1" lang="ja-JP" altLang="en-US" dirty="0"/>
              <a:t>上下中央揃え</a:t>
            </a:r>
            <a:r>
              <a:rPr kumimoji="1" lang="en-US" altLang="ja-JP" dirty="0"/>
              <a:t>, Bold)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FAE47C-A8FF-45D0-83E8-172AE98DB7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項目内容入力 </a:t>
            </a:r>
            <a:r>
              <a:rPr lang="en-US" altLang="ja-JP" dirty="0"/>
              <a:t>(16pt, </a:t>
            </a:r>
            <a:r>
              <a:rPr lang="ja-JP" altLang="en-US" dirty="0"/>
              <a:t>上中央揃え</a:t>
            </a:r>
            <a:r>
              <a:rPr lang="en-US" altLang="ja-JP" dirty="0"/>
              <a:t>, Non-bold)</a:t>
            </a:r>
          </a:p>
          <a:p>
            <a:r>
              <a:rPr lang="ja-JP" altLang="en-US" dirty="0"/>
              <a:t>項目内容入力</a:t>
            </a:r>
            <a:endParaRPr lang="en-US" altLang="ja-JP" dirty="0"/>
          </a:p>
          <a:p>
            <a:pPr lvl="1"/>
            <a:r>
              <a:rPr lang="ja-JP" altLang="en-US" dirty="0"/>
              <a:t>項目内容入力</a:t>
            </a:r>
            <a:endParaRPr lang="en-US" altLang="ja-JP" dirty="0"/>
          </a:p>
          <a:p>
            <a:pPr lvl="1"/>
            <a:r>
              <a:rPr lang="ja-JP" altLang="en-US" dirty="0"/>
              <a:t>項目内容入力</a:t>
            </a:r>
            <a:endParaRPr lang="en-US" altLang="ja-JP" dirty="0"/>
          </a:p>
          <a:p>
            <a:r>
              <a:rPr lang="ja-JP" altLang="en-US" dirty="0"/>
              <a:t>項目内容入力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33B679-7EFA-47E5-A998-93414A070B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211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58FBA5F-EB5B-43F5-8E3D-120F1442BA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58FBA5F-EB5B-43F5-8E3D-120F1442B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字幕 1">
            <a:extLst>
              <a:ext uri="{FF2B5EF4-FFF2-40B4-BE49-F238E27FC236}">
                <a16:creationId xmlns:a16="http://schemas.microsoft.com/office/drawing/2014/main" id="{7024BAD6-5E1E-41AE-85C1-93B1288CC5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Section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(50pt, </a:t>
            </a:r>
            <a:r>
              <a:rPr kumimoji="1" lang="ja-JP" altLang="en-US" dirty="0"/>
              <a:t>下揃え</a:t>
            </a:r>
            <a:r>
              <a:rPr kumimoji="1" lang="en-US" altLang="ja-JP" dirty="0"/>
              <a:t>, Bold)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B527672-6A69-4263-88FA-2B1EC6B5D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ja-JP" altLang="en-US" dirty="0"/>
              <a:t>タイトル </a:t>
            </a:r>
            <a:r>
              <a:rPr lang="en-US" altLang="ja-JP" dirty="0"/>
              <a:t>(</a:t>
            </a:r>
            <a:r>
              <a:rPr kumimoji="1" lang="en-US" altLang="ja-JP" dirty="0"/>
              <a:t>32pt, </a:t>
            </a:r>
            <a:r>
              <a:rPr kumimoji="1" lang="ja-JP" altLang="en-US" dirty="0"/>
              <a:t>上揃え</a:t>
            </a:r>
            <a:r>
              <a:rPr kumimoji="1" lang="en-US" altLang="ja-JP" dirty="0"/>
              <a:t>, Bold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775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337BD0D3-C305-418B-99FD-AF159FA305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9" name="オブジェクト 8" hidden="1">
                        <a:extLst>
                          <a:ext uri="{FF2B5EF4-FFF2-40B4-BE49-F238E27FC236}">
                            <a16:creationId xmlns:a16="http://schemas.microsoft.com/office/drawing/2014/main" id="{337BD0D3-C305-418B-99FD-AF159FA30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40D57C03-BC12-41AC-9076-B0E581E7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タイトル </a:t>
            </a:r>
            <a:r>
              <a:rPr kumimoji="1" lang="en-US" altLang="ja-JP" dirty="0"/>
              <a:t>(20pt,</a:t>
            </a:r>
            <a:r>
              <a:rPr lang="ja-JP" altLang="en-US" dirty="0"/>
              <a:t> </a:t>
            </a:r>
            <a:r>
              <a:rPr lang="en-US" altLang="ja-JP" dirty="0"/>
              <a:t>Bold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29B990-4D87-458F-BC06-619BBFFB5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本文 </a:t>
            </a:r>
            <a:r>
              <a:rPr kumimoji="1" lang="en-US" altLang="ja-JP" dirty="0"/>
              <a:t>(16pt, Non-bold)</a:t>
            </a:r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778B21-15CD-4029-B4DB-CE79F2EAE6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メッセージ </a:t>
            </a:r>
            <a:r>
              <a:rPr kumimoji="1" lang="en-US" altLang="ja-JP" dirty="0"/>
              <a:t>(16pt, Non-bold)</a:t>
            </a:r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8CA19EE-48C2-474C-AA73-558B8CB349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ja-JP" dirty="0"/>
              <a:t>Note:  </a:t>
            </a:r>
            <a:r>
              <a:rPr kumimoji="1" lang="en-US" altLang="ja-JP" dirty="0" err="1"/>
              <a:t>xxxxxxxxxxxxxxxxxxx</a:t>
            </a:r>
            <a:endParaRPr kumimoji="1" lang="en-US" altLang="ja-JP" dirty="0"/>
          </a:p>
          <a:p>
            <a:r>
              <a:rPr kumimoji="1" lang="en-US" altLang="ja-JP" dirty="0"/>
              <a:t>Source:  </a:t>
            </a:r>
            <a:r>
              <a:rPr kumimoji="1" lang="en-US" altLang="ja-JP" dirty="0" err="1"/>
              <a:t>xxxxxxxx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xxxxxxxxxxx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xxxxxxxxx</a:t>
            </a:r>
            <a:r>
              <a:rPr kumimoji="1" lang="en-US" altLang="ja-JP" dirty="0"/>
              <a:t> and </a:t>
            </a:r>
            <a:r>
              <a:rPr kumimoji="1" lang="en-US" altLang="ja-JP" dirty="0" err="1"/>
              <a:t>xxxxxxxxxxxxxxx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011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6162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6.31876096375525531101E+00&quot;&gt;&lt;m_msothmcolidx val=&quot;0&quot;/&gt;&lt;m_rgb r=&quot;DD&quot; g=&quot;F3&quot; b=&quot;E4&quot;/&gt;&lt;/elem&gt;&lt;elem m_fUsage=&quot;3.58818266206805036589E+00&quot;&gt;&lt;m_msothmcolidx val=&quot;0&quot;/&gt;&lt;m_rgb r=&quot;53&quot; g=&quot;C5&quot; b=&quot;7A&quot;/&gt;&lt;/elem&gt;&lt;elem m_fUsage=&quot;4.02705271474954745736E-02&quot;&gt;&lt;m_msothmcolidx val=&quot;0&quot;/&gt;&lt;m_rgb r=&quot;00&quot; g=&quot;59&quot; b=&quot;00&quot;/&gt;&lt;/elem&gt;&lt;elem m_fUsage=&quot;3.66685204475502915522E-02&quot;&gt;&lt;m_msothmcolidx val=&quot;0&quot;/&gt;&lt;m_rgb r=&quot;0D&quot; g=&quot;AE&quot; b=&quot;41&quot;/&gt;&lt;/elem&gt;&lt;elem m_fUsage=&quot;5.03993083318649785080E-03&quot;&gt;&lt;m_msothmcolidx val=&quot;0&quot;/&gt;&lt;m_rgb r=&quot;52&quot; g=&quot;BE&quot; b=&quot;75&quot;/&gt;&lt;/elem&gt;&lt;elem m_fUsage=&quot;4.83734407832594765636E-03&quot;&gt;&lt;m_msothmcolidx val=&quot;0&quot;/&gt;&lt;m_rgb r=&quot;0A&quot; g=&quot;7C&quot; b=&quot;2F&quot;/&gt;&lt;/elem&gt;&lt;elem m_fUsage=&quot;2.46862275608918102510E-03&quot;&gt;&lt;m_msothmcolidx val=&quot;0&quot;/&gt;&lt;m_rgb r=&quot;06&quot; g=&quot;55&quot; b=&quot;20&quot;/&gt;&lt;/elem&gt;&lt;elem m_fUsage=&quot;1.79701029991443349265E-03&quot;&gt;&lt;m_msothmcolidx val=&quot;0&quot;/&gt;&lt;m_rgb r=&quot;0C&quot; g=&quot;AA&quot; b=&quot;41&quot;/&gt;&lt;/elem&gt;&lt;elem m_fUsage=&quot;1.61730926992299014339E-03&quot;&gt;&lt;m_msothmcolidx val=&quot;0&quot;/&gt;&lt;m_rgb r=&quot;07&quot; g=&quot;61&quot; b=&quot;24&quot;/&gt;&lt;/elem&gt;&lt;elem m_fUsage=&quot;1.61948387278817740884E-04&quot;&gt;&lt;m_msothmcolidx val=&quot;0&quot;/&gt;&lt;m_rgb r=&quot;98&quot; g=&quot;DC&quot; b=&quot;AF&quot;/&gt;&lt;/elem&gt;&lt;elem m_fUsage=&quot;9.56552434365126250234E-05&quot;&gt;&lt;m_msothmcolidx val=&quot;0&quot;/&gt;&lt;m_rgb r=&quot;09&quot; g=&quot;7F&quot; b=&quot;31&quot;/&gt;&lt;/elem&gt;&lt;elem m_fUsage=&quot;5.13431418075965419049E-05&quot;&gt;&lt;m_msothmcolidx val=&quot;0&quot;/&gt;&lt;m_rgb r=&quot;0A&quot; g=&quot;83&quot; b=&quot;31&quot;/&gt;&lt;/elem&gt;&lt;elem m_fUsage=&quot;2.24167732551681854903E-05&quot;&gt;&lt;m_msothmcolidx val=&quot;0&quot;/&gt;&lt;m_rgb r=&quot;0E&quot; g=&quot;C2&quot; b=&quot;00&quot;/&gt;&lt;/elem&gt;&lt;elem m_fUsage=&quot;6.89249269015347901192E-06&quot;&gt;&lt;m_msothmcolidx val=&quot;0&quot;/&gt;&lt;m_rgb r=&quot;CB&quot; g=&quot;D8&quot; b=&quot;EF&quot;/&gt;&lt;/elem&gt;&lt;elem m_fUsage=&quot;5.72192753140146252402E-06&quot;&gt;&lt;m_msothmcolidx val=&quot;0&quot;/&gt;&lt;m_rgb r=&quot;63&quot; g=&quot;89&quot; b=&quot;CE&quot;/&gt;&lt;/elem&gt;&lt;elem m_fUsage=&quot;4.81315889736668078489E-06&quot;&gt;&lt;m_msothmcolidx val=&quot;0&quot;/&gt;&lt;m_rgb r=&quot;97&quot; g=&quot;B0&quot; b=&quot;DE&quot;/&gt;&lt;/elem&gt;&lt;elem m_fUsage=&quot;3.39041615347857003100E-06&quot;&gt;&lt;m_msothmcolidx val=&quot;0&quot;/&gt;&lt;m_rgb r=&quot;84&quot; g=&quot;F6&quot; b=&quot;AB&quot;/&gt;&lt;/elem&gt;&lt;elem m_fUsage=&quot;3.26615480316740231095E-06&quot;&gt;&lt;m_msothmcolidx val=&quot;0&quot;/&gt;&lt;m_rgb r=&quot;F6&quot; g=&quot;87&quot; b=&quot;84&quot;/&gt;&lt;/elem&gt;&lt;elem m_fUsage=&quot;8.21710489548410890513E-07&quot;&gt;&lt;m_msothmcolidx val=&quot;0&quot;/&gt;&lt;m_rgb r=&quot;F3&quot; g=&quot;9A&quot; b=&quot;ED&quot;/&gt;&lt;/elem&gt;&lt;elem m_fUsage=&quot;5.09593898776371821834E-07&quot;&gt;&lt;m_msothmcolidx val=&quot;0&quot;/&gt;&lt;m_rgb r=&quot;0D&quot; g=&quot;AA&quot; b=&quot;40&quot;/&gt;&lt;/elem&gt;&lt;elem m_fUsage=&quot;3.18756352374790511615E-07&quot;&gt;&lt;m_msothmcolidx val=&quot;0&quot;/&gt;&lt;m_rgb r=&quot;04&quot; g=&quot;42&quot; b=&quot;04&quot;/&gt;&lt;/elem&gt;&lt;elem m_fUsage=&quot;4.26495693068163270119E-09&quot;&gt;&lt;m_msothmcolidx val=&quot;0&quot;/&gt;&lt;m_rgb r=&quot;0B&quot; g=&quot;95&quot; b=&quot;37&quot;/&gt;&lt;/elem&gt;&lt;elem m_fUsage=&quot;3.57330166477345500949E-09&quot;&gt;&lt;m_msothmcolidx val=&quot;0&quot;/&gt;&lt;m_rgb r=&quot;08&quot; g=&quot;80&quot; b=&quot;8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1S1ZBmBgoJqY8Vd7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ユーザー定義 4">
      <a:majorFont>
        <a:latin typeface="Noto Sans CJK JP Regular"/>
        <a:ea typeface="Noto Sans CJK JP Regular"/>
        <a:cs typeface=""/>
      </a:majorFont>
      <a:minorFont>
        <a:latin typeface="Noto Sans CJK JP Regular"/>
        <a:ea typeface="Noto Sans CJK J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MDC" id="{600B2270-205A-4DD2-85AE-574375EFD4E7}" vid="{70B36A12-C949-475E-9283-2CDACEE5E57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JMDC</Template>
  <TotalTime>0</TotalTime>
  <Words>141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CJK JP Medium</vt:lpstr>
      <vt:lpstr>Noto Sans CJK JP Regular</vt:lpstr>
      <vt:lpstr>游ゴシック</vt:lpstr>
      <vt:lpstr>Arial</vt:lpstr>
      <vt:lpstr>JMDC</vt:lpstr>
      <vt:lpstr>think-cell スライド</vt:lpstr>
      <vt:lpstr>令和7年度向けサービスのご提案 健康課題を解決するソリューションのご案内</vt:lpstr>
      <vt:lpstr>タイトル (20pt, 上下中央揃え, Bold)</vt:lpstr>
      <vt:lpstr>タイトル (32pt, 上揃え, Bold)</vt:lpstr>
      <vt:lpstr>タイトル (20pt, Bold)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734</cp:revision>
  <cp:lastPrinted>2020-11-04T05:16:16Z</cp:lastPrinted>
  <dcterms:created xsi:type="dcterms:W3CDTF">2019-02-18T01:40:27Z</dcterms:created>
  <dcterms:modified xsi:type="dcterms:W3CDTF">2025-01-24T09:31:54Z</dcterms:modified>
</cp:coreProperties>
</file>